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layout1.xml" ContentType="application/vnd.openxmlformats-officedocument.drawingml.diagram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embeddedFontLst>
    <p:embeddedFont>
      <p:font typeface="Calibri" pitchFamily="34" charset="0"/>
      <p:regular r:id="rId12"/>
      <p:bold r:id="rId13"/>
      <p:italic r:id="rId14"/>
      <p:boldItalic r:id="rId15"/>
    </p:embeddedFont>
    <p:embeddedFont>
      <p:font typeface="Inter" charset="0"/>
      <p:regular r:id="rId16"/>
      <p:bold r:id="rId17"/>
      <p:italic r:id="rId18"/>
      <p:boldItalic r:id="rId19"/>
    </p:embeddedFont>
    <p:embeddedFont>
      <p:font typeface="Oswald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B51F2"/>
    <a:srgbClr val="F3F6FA"/>
    <a:srgbClr val="1C334E"/>
    <a:srgbClr val="EEF3F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EC5BD-7B3E-4244-A817-4169213E434F}" v="262" dt="2026-08-14T20:13:53.250"/>
  </p1510:revLst>
</p1510:revInfo>
</file>

<file path=ppt/tableStyles.xml><?xml version="1.0" encoding="utf-8"?>
<a:tblStyleLst xmlns:a="http://schemas.openxmlformats.org/drawingml/2006/main" def="{6415CFCC-DB51-425A-9DCD-E13D82D14637}">
  <a:tblStyle styleId="{6415CFCC-DB51-425A-9DCD-E13D82D146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3" d="100"/>
          <a:sy n="53" d="100"/>
        </p:scale>
        <p:origin x="-1781" y="-7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a karunakaran" userId="2150081b4df94c56" providerId="LiveId" clId="{6FE3DFE0-8FCA-4D47-81DE-5A36A1F9A572}"/>
    <pc:docChg chg="undo custSel addSld modSld sldOrd">
      <pc:chgData name="ishana karunakaran" userId="2150081b4df94c56" providerId="LiveId" clId="{6FE3DFE0-8FCA-4D47-81DE-5A36A1F9A572}" dt="2026-08-14T20:14:06.078" v="2427" actId="113"/>
      <pc:docMkLst>
        <pc:docMk/>
      </pc:docMkLst>
      <pc:sldChg chg="addSp delSp modSp mod setBg">
        <pc:chgData name="ishana karunakaran" userId="2150081b4df94c56" providerId="LiveId" clId="{6FE3DFE0-8FCA-4D47-81DE-5A36A1F9A572}" dt="2026-08-14T20:04:51.277" v="2387"/>
        <pc:sldMkLst>
          <pc:docMk/>
          <pc:sldMk cId="0" sldId="256"/>
        </pc:sldMkLst>
        <pc:spChg chg="add del">
          <ac:chgData name="ishana karunakaran" userId="2150081b4df94c56" providerId="LiveId" clId="{6FE3DFE0-8FCA-4D47-81DE-5A36A1F9A572}" dt="2026-08-14T16:47:42.125" v="123" actId="478"/>
          <ac:spMkLst>
            <pc:docMk/>
            <pc:sldMk cId="0" sldId="256"/>
            <ac:spMk id="3" creationId="{578C60D0-D840-DDA0-B548-EF968B909126}"/>
          </ac:spMkLst>
        </pc:spChg>
        <pc:spChg chg="mod">
          <ac:chgData name="ishana karunakaran" userId="2150081b4df94c56" providerId="LiveId" clId="{6FE3DFE0-8FCA-4D47-81DE-5A36A1F9A572}" dt="2026-08-14T16:49:08.454" v="196" actId="113"/>
          <ac:spMkLst>
            <pc:docMk/>
            <pc:sldMk cId="0" sldId="256"/>
            <ac:spMk id="90" creationId="{00000000-0000-0000-0000-000000000000}"/>
          </ac:spMkLst>
        </pc:spChg>
        <pc:graphicFrameChg chg="mod modGraphic">
          <ac:chgData name="ishana karunakaran" userId="2150081b4df94c56" providerId="LiveId" clId="{6FE3DFE0-8FCA-4D47-81DE-5A36A1F9A572}" dt="2026-08-14T16:52:04.459" v="198" actId="14100"/>
          <ac:graphicFrameMkLst>
            <pc:docMk/>
            <pc:sldMk cId="0" sldId="256"/>
            <ac:graphicFrameMk id="91" creationId="{00000000-0000-0000-0000-000000000000}"/>
          </ac:graphicFrameMkLst>
        </pc:graphicFrameChg>
      </pc:sldChg>
      <pc:sldChg chg="addSp delSp modSp mod setBg">
        <pc:chgData name="ishana karunakaran" userId="2150081b4df94c56" providerId="LiveId" clId="{6FE3DFE0-8FCA-4D47-81DE-5A36A1F9A572}" dt="2026-08-14T20:10:23.190" v="2415"/>
        <pc:sldMkLst>
          <pc:docMk/>
          <pc:sldMk cId="0" sldId="257"/>
        </pc:sldMkLst>
        <pc:spChg chg="add mod">
          <ac:chgData name="ishana karunakaran" userId="2150081b4df94c56" providerId="LiveId" clId="{6FE3DFE0-8FCA-4D47-81DE-5A36A1F9A572}" dt="2026-08-14T17:03:46.809" v="340" actId="2711"/>
          <ac:spMkLst>
            <pc:docMk/>
            <pc:sldMk cId="0" sldId="257"/>
            <ac:spMk id="2" creationId="{AB8B3B0E-A06F-3C1E-91B2-3D4E1B253BA6}"/>
          </ac:spMkLst>
        </pc:spChg>
        <pc:spChg chg="add mod">
          <ac:chgData name="ishana karunakaran" userId="2150081b4df94c56" providerId="LiveId" clId="{6FE3DFE0-8FCA-4D47-81DE-5A36A1F9A572}" dt="2026-08-14T17:04:24.819" v="342" actId="1076"/>
          <ac:spMkLst>
            <pc:docMk/>
            <pc:sldMk cId="0" sldId="257"/>
            <ac:spMk id="3" creationId="{041B4874-29BA-7ECF-0918-3BE9FB3E2D6E}"/>
          </ac:spMkLst>
        </pc:spChg>
        <pc:spChg chg="add mod">
          <ac:chgData name="ishana karunakaran" userId="2150081b4df94c56" providerId="LiveId" clId="{6FE3DFE0-8FCA-4D47-81DE-5A36A1F9A572}" dt="2026-08-14T20:05:35.475" v="2391" actId="1076"/>
          <ac:spMkLst>
            <pc:docMk/>
            <pc:sldMk cId="0" sldId="257"/>
            <ac:spMk id="4" creationId="{1A491871-600A-8AF7-E95E-D8EDEA923757}"/>
          </ac:spMkLst>
        </pc:spChg>
        <pc:spChg chg="add mod">
          <ac:chgData name="ishana karunakaran" userId="2150081b4df94c56" providerId="LiveId" clId="{6FE3DFE0-8FCA-4D47-81DE-5A36A1F9A572}" dt="2026-08-14T17:06:05.611" v="353" actId="20577"/>
          <ac:spMkLst>
            <pc:docMk/>
            <pc:sldMk cId="0" sldId="257"/>
            <ac:spMk id="5" creationId="{71FE9C2C-779F-8EA6-C18C-EFEDF8407484}"/>
          </ac:spMkLst>
        </pc:spChg>
        <pc:spChg chg="add mod">
          <ac:chgData name="ishana karunakaran" userId="2150081b4df94c56" providerId="LiveId" clId="{6FE3DFE0-8FCA-4D47-81DE-5A36A1F9A572}" dt="2026-08-14T20:05:32.230" v="2390" actId="1076"/>
          <ac:spMkLst>
            <pc:docMk/>
            <pc:sldMk cId="0" sldId="257"/>
            <ac:spMk id="6" creationId="{B4DAA9C3-6BBC-9C4F-6DB0-DDCAB44ADD09}"/>
          </ac:spMkLst>
        </pc:spChg>
        <pc:spChg chg="del mod">
          <ac:chgData name="ishana karunakaran" userId="2150081b4df94c56" providerId="LiveId" clId="{6FE3DFE0-8FCA-4D47-81DE-5A36A1F9A572}" dt="2026-08-14T16:57:40.562" v="243" actId="478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ishana karunakaran" userId="2150081b4df94c56" providerId="LiveId" clId="{6FE3DFE0-8FCA-4D47-81DE-5A36A1F9A572}" dt="2026-08-14T17:03:27.668" v="338" actId="2711"/>
          <ac:spMkLst>
            <pc:docMk/>
            <pc:sldMk cId="0" sldId="257"/>
            <ac:spMk id="105" creationId="{00000000-0000-0000-0000-000000000000}"/>
          </ac:spMkLst>
        </pc:spChg>
        <pc:spChg chg="mod">
          <ac:chgData name="ishana karunakaran" userId="2150081b4df94c56" providerId="LiveId" clId="{6FE3DFE0-8FCA-4D47-81DE-5A36A1F9A572}" dt="2026-08-14T19:55:44.670" v="2357" actId="20577"/>
          <ac:spMkLst>
            <pc:docMk/>
            <pc:sldMk cId="0" sldId="257"/>
            <ac:spMk id="106" creationId="{00000000-0000-0000-0000-000000000000}"/>
          </ac:spMkLst>
        </pc:spChg>
        <pc:picChg chg="add del mod">
          <ac:chgData name="ishana karunakaran" userId="2150081b4df94c56" providerId="LiveId" clId="{6FE3DFE0-8FCA-4D47-81DE-5A36A1F9A572}" dt="2026-08-14T20:07:42.661" v="2409" actId="478"/>
          <ac:picMkLst>
            <pc:docMk/>
            <pc:sldMk cId="0" sldId="257"/>
            <ac:picMk id="8" creationId="{5CB626ED-53D5-3408-2310-34110A449D42}"/>
          </ac:picMkLst>
        </pc:picChg>
      </pc:sldChg>
      <pc:sldChg chg="addSp delSp modSp mod setBg">
        <pc:chgData name="ishana karunakaran" userId="2150081b4df94c56" providerId="LiveId" clId="{6FE3DFE0-8FCA-4D47-81DE-5A36A1F9A572}" dt="2026-08-14T20:08:45.642" v="2412"/>
        <pc:sldMkLst>
          <pc:docMk/>
          <pc:sldMk cId="0" sldId="258"/>
        </pc:sldMkLst>
        <pc:spChg chg="add del mod">
          <ac:chgData name="ishana karunakaran" userId="2150081b4df94c56" providerId="LiveId" clId="{6FE3DFE0-8FCA-4D47-81DE-5A36A1F9A572}" dt="2026-08-14T17:11:00.759" v="364"/>
          <ac:spMkLst>
            <pc:docMk/>
            <pc:sldMk cId="0" sldId="258"/>
            <ac:spMk id="2" creationId="{AB8123C1-AB1A-6276-E763-587F8445132E}"/>
          </ac:spMkLst>
        </pc:spChg>
        <pc:spChg chg="add mod">
          <ac:chgData name="ishana karunakaran" userId="2150081b4df94c56" providerId="LiveId" clId="{6FE3DFE0-8FCA-4D47-81DE-5A36A1F9A572}" dt="2026-08-14T17:49:12.378" v="767" actId="1076"/>
          <ac:spMkLst>
            <pc:docMk/>
            <pc:sldMk cId="0" sldId="258"/>
            <ac:spMk id="3" creationId="{6897BF95-8325-6AB7-F2C5-288569ECD3D5}"/>
          </ac:spMkLst>
        </pc:spChg>
        <pc:spChg chg="add del mod">
          <ac:chgData name="ishana karunakaran" userId="2150081b4df94c56" providerId="LiveId" clId="{6FE3DFE0-8FCA-4D47-81DE-5A36A1F9A572}" dt="2026-08-14T17:46:39.619" v="753" actId="20577"/>
          <ac:spMkLst>
            <pc:docMk/>
            <pc:sldMk cId="0" sldId="258"/>
            <ac:spMk id="7" creationId="{3683FF36-9F8A-64BE-2192-43184CE2694E}"/>
          </ac:spMkLst>
        </pc:spChg>
        <pc:spChg chg="add mod">
          <ac:chgData name="ishana karunakaran" userId="2150081b4df94c56" providerId="LiveId" clId="{6FE3DFE0-8FCA-4D47-81DE-5A36A1F9A572}" dt="2026-08-14T17:42:33.693" v="721" actId="14100"/>
          <ac:spMkLst>
            <pc:docMk/>
            <pc:sldMk cId="0" sldId="258"/>
            <ac:spMk id="9" creationId="{E14EB602-679E-0F79-53FA-18A2D7486845}"/>
          </ac:spMkLst>
        </pc:spChg>
        <pc:spChg chg="add mod">
          <ac:chgData name="ishana karunakaran" userId="2150081b4df94c56" providerId="LiveId" clId="{6FE3DFE0-8FCA-4D47-81DE-5A36A1F9A572}" dt="2026-08-14T17:41:50.612" v="708" actId="20577"/>
          <ac:spMkLst>
            <pc:docMk/>
            <pc:sldMk cId="0" sldId="258"/>
            <ac:spMk id="11" creationId="{F7CE30A3-03D0-D844-E10A-FBAE5DD7AFEA}"/>
          </ac:spMkLst>
        </pc:spChg>
        <pc:spChg chg="add mod">
          <ac:chgData name="ishana karunakaran" userId="2150081b4df94c56" providerId="LiveId" clId="{6FE3DFE0-8FCA-4D47-81DE-5A36A1F9A572}" dt="2026-08-14T17:41:58.298" v="719" actId="20577"/>
          <ac:spMkLst>
            <pc:docMk/>
            <pc:sldMk cId="0" sldId="258"/>
            <ac:spMk id="13" creationId="{C7E5FD77-A4F4-8EF6-B1AA-20E07A78BC56}"/>
          </ac:spMkLst>
        </pc:spChg>
        <pc:spChg chg="add mod">
          <ac:chgData name="ishana karunakaran" userId="2150081b4df94c56" providerId="LiveId" clId="{6FE3DFE0-8FCA-4D47-81DE-5A36A1F9A572}" dt="2026-08-14T17:48:22.535" v="765" actId="1076"/>
          <ac:spMkLst>
            <pc:docMk/>
            <pc:sldMk cId="0" sldId="258"/>
            <ac:spMk id="20" creationId="{DC659BE4-E040-A2A7-2B98-87554695DA9D}"/>
          </ac:spMkLst>
        </pc:spChg>
        <pc:spChg chg="mod">
          <ac:chgData name="ishana karunakaran" userId="2150081b4df94c56" providerId="LiveId" clId="{6FE3DFE0-8FCA-4D47-81DE-5A36A1F9A572}" dt="2026-08-14T17:32:22.250" v="590" actId="1076"/>
          <ac:spMkLst>
            <pc:docMk/>
            <pc:sldMk cId="0" sldId="258"/>
            <ac:spMk id="115" creationId="{00000000-0000-0000-0000-000000000000}"/>
          </ac:spMkLst>
        </pc:spChg>
        <pc:spChg chg="mod">
          <ac:chgData name="ishana karunakaran" userId="2150081b4df94c56" providerId="LiveId" clId="{6FE3DFE0-8FCA-4D47-81DE-5A36A1F9A572}" dt="2026-08-14T17:51:36.671" v="789" actId="113"/>
          <ac:spMkLst>
            <pc:docMk/>
            <pc:sldMk cId="0" sldId="258"/>
            <ac:spMk id="116" creationId="{00000000-0000-0000-0000-000000000000}"/>
          </ac:spMkLst>
        </pc:spChg>
        <pc:spChg chg="mod">
          <ac:chgData name="ishana karunakaran" userId="2150081b4df94c56" providerId="LiveId" clId="{6FE3DFE0-8FCA-4D47-81DE-5A36A1F9A572}" dt="2026-08-14T19:56:06.216" v="2359"/>
          <ac:spMkLst>
            <pc:docMk/>
            <pc:sldMk cId="0" sldId="258"/>
            <ac:spMk id="120" creationId="{00000000-0000-0000-0000-000000000000}"/>
          </ac:spMkLst>
        </pc:spChg>
        <pc:graphicFrameChg chg="add del mod modGraphic">
          <ac:chgData name="ishana karunakaran" userId="2150081b4df94c56" providerId="LiveId" clId="{6FE3DFE0-8FCA-4D47-81DE-5A36A1F9A572}" dt="2026-08-14T17:39:31.425" v="656" actId="478"/>
          <ac:graphicFrameMkLst>
            <pc:docMk/>
            <pc:sldMk cId="0" sldId="258"/>
            <ac:graphicFrameMk id="6" creationId="{17904BE1-0EDE-869C-2E3D-C199B96F18FB}"/>
          </ac:graphicFrameMkLst>
        </pc:graphicFrameChg>
        <pc:picChg chg="mod">
          <ac:chgData name="ishana karunakaran" userId="2150081b4df94c56" providerId="LiveId" clId="{6FE3DFE0-8FCA-4D47-81DE-5A36A1F9A572}" dt="2026-08-14T17:43:12.829" v="724" actId="1076"/>
          <ac:picMkLst>
            <pc:docMk/>
            <pc:sldMk cId="0" sldId="258"/>
            <ac:picMk id="117" creationId="{00000000-0000-0000-0000-000000000000}"/>
          </ac:picMkLst>
        </pc:picChg>
        <pc:picChg chg="mod">
          <ac:chgData name="ishana karunakaran" userId="2150081b4df94c56" providerId="LiveId" clId="{6FE3DFE0-8FCA-4D47-81DE-5A36A1F9A572}" dt="2026-08-14T17:33:10.064" v="596" actId="1076"/>
          <ac:picMkLst>
            <pc:docMk/>
            <pc:sldMk cId="0" sldId="258"/>
            <ac:picMk id="118" creationId="{00000000-0000-0000-0000-000000000000}"/>
          </ac:picMkLst>
        </pc:picChg>
        <pc:cxnChg chg="add mod">
          <ac:chgData name="ishana karunakaran" userId="2150081b4df94c56" providerId="LiveId" clId="{6FE3DFE0-8FCA-4D47-81DE-5A36A1F9A572}" dt="2026-08-14T17:46:32.855" v="750" actId="478"/>
          <ac:cxnSpMkLst>
            <pc:docMk/>
            <pc:sldMk cId="0" sldId="258"/>
            <ac:cxnSpMk id="15" creationId="{50340827-74FE-50D2-D36F-3D88D8406A41}"/>
          </ac:cxnSpMkLst>
        </pc:cxnChg>
        <pc:cxnChg chg="add mod">
          <ac:chgData name="ishana karunakaran" userId="2150081b4df94c56" providerId="LiveId" clId="{6FE3DFE0-8FCA-4D47-81DE-5A36A1F9A572}" dt="2026-08-14T17:45:31.864" v="746" actId="208"/>
          <ac:cxnSpMkLst>
            <pc:docMk/>
            <pc:sldMk cId="0" sldId="258"/>
            <ac:cxnSpMk id="17" creationId="{BE8C54F9-B3A0-6E7B-B4BF-4BDC4D7972F1}"/>
          </ac:cxnSpMkLst>
        </pc:cxnChg>
        <pc:cxnChg chg="add mod">
          <ac:chgData name="ishana karunakaran" userId="2150081b4df94c56" providerId="LiveId" clId="{6FE3DFE0-8FCA-4D47-81DE-5A36A1F9A572}" dt="2026-08-14T17:45:38.608" v="747" actId="208"/>
          <ac:cxnSpMkLst>
            <pc:docMk/>
            <pc:sldMk cId="0" sldId="258"/>
            <ac:cxnSpMk id="18" creationId="{BEAF378A-1527-E4C8-2B04-57A7BB9AD8D8}"/>
          </ac:cxnSpMkLst>
        </pc:cxnChg>
      </pc:sldChg>
      <pc:sldChg chg="addSp delSp modSp mod ord setBg">
        <pc:chgData name="ishana karunakaran" userId="2150081b4df94c56" providerId="LiveId" clId="{6FE3DFE0-8FCA-4D47-81DE-5A36A1F9A572}" dt="2026-08-14T20:02:20.757" v="2384"/>
        <pc:sldMkLst>
          <pc:docMk/>
          <pc:sldMk cId="0" sldId="259"/>
        </pc:sldMkLst>
        <pc:spChg chg="add mod">
          <ac:chgData name="ishana karunakaran" userId="2150081b4df94c56" providerId="LiveId" clId="{6FE3DFE0-8FCA-4D47-81DE-5A36A1F9A572}" dt="2026-08-14T19:36:25.284" v="2032" actId="1076"/>
          <ac:spMkLst>
            <pc:docMk/>
            <pc:sldMk cId="0" sldId="259"/>
            <ac:spMk id="2" creationId="{AE8EF5D6-1A45-21DC-E6F8-906D5E871884}"/>
          </ac:spMkLst>
        </pc:spChg>
        <pc:spChg chg="add del mod">
          <ac:chgData name="ishana karunakaran" userId="2150081b4df94c56" providerId="LiveId" clId="{6FE3DFE0-8FCA-4D47-81DE-5A36A1F9A572}" dt="2026-08-14T17:59:16.272" v="946"/>
          <ac:spMkLst>
            <pc:docMk/>
            <pc:sldMk cId="0" sldId="259"/>
            <ac:spMk id="3" creationId="{31AC6FA8-E399-A22B-1ED9-694C89D0337B}"/>
          </ac:spMkLst>
        </pc:spChg>
        <pc:spChg chg="add mod">
          <ac:chgData name="ishana karunakaran" userId="2150081b4df94c56" providerId="LiveId" clId="{6FE3DFE0-8FCA-4D47-81DE-5A36A1F9A572}" dt="2026-08-14T19:36:20.092" v="2031" actId="1076"/>
          <ac:spMkLst>
            <pc:docMk/>
            <pc:sldMk cId="0" sldId="259"/>
            <ac:spMk id="4" creationId="{4BDA413D-AB7D-E317-00BA-50B44447F692}"/>
          </ac:spMkLst>
        </pc:spChg>
        <pc:spChg chg="add del mod">
          <ac:chgData name="ishana karunakaran" userId="2150081b4df94c56" providerId="LiveId" clId="{6FE3DFE0-8FCA-4D47-81DE-5A36A1F9A572}" dt="2026-08-14T18:09:25.110" v="989" actId="478"/>
          <ac:spMkLst>
            <pc:docMk/>
            <pc:sldMk cId="0" sldId="259"/>
            <ac:spMk id="5" creationId="{660AAB28-DB90-AC79-02C0-ED5C05291396}"/>
          </ac:spMkLst>
        </pc:spChg>
        <pc:spChg chg="add del mod">
          <ac:chgData name="ishana karunakaran" userId="2150081b4df94c56" providerId="LiveId" clId="{6FE3DFE0-8FCA-4D47-81DE-5A36A1F9A572}" dt="2026-08-14T18:11:00.310" v="1000" actId="478"/>
          <ac:spMkLst>
            <pc:docMk/>
            <pc:sldMk cId="0" sldId="259"/>
            <ac:spMk id="6" creationId="{196304F8-63F5-D412-2C2D-31F974C042E3}"/>
          </ac:spMkLst>
        </pc:spChg>
        <pc:spChg chg="add del">
          <ac:chgData name="ishana karunakaran" userId="2150081b4df94c56" providerId="LiveId" clId="{6FE3DFE0-8FCA-4D47-81DE-5A36A1F9A572}" dt="2026-08-14T18:12:05.597" v="1002" actId="478"/>
          <ac:spMkLst>
            <pc:docMk/>
            <pc:sldMk cId="0" sldId="259"/>
            <ac:spMk id="7" creationId="{34E67DB3-D4B0-F864-E2E2-95FDB70F337C}"/>
          </ac:spMkLst>
        </pc:spChg>
        <pc:spChg chg="add mod ord">
          <ac:chgData name="ishana karunakaran" userId="2150081b4df94c56" providerId="LiveId" clId="{6FE3DFE0-8FCA-4D47-81DE-5A36A1F9A572}" dt="2026-08-14T19:36:41.309" v="2035" actId="1076"/>
          <ac:spMkLst>
            <pc:docMk/>
            <pc:sldMk cId="0" sldId="259"/>
            <ac:spMk id="8" creationId="{2EBC1AC9-13A6-16D2-22D9-3E779DE3F744}"/>
          </ac:spMkLst>
        </pc:spChg>
        <pc:spChg chg="add del mod">
          <ac:chgData name="ishana karunakaran" userId="2150081b4df94c56" providerId="LiveId" clId="{6FE3DFE0-8FCA-4D47-81DE-5A36A1F9A572}" dt="2026-08-14T18:13:33.706" v="1009" actId="478"/>
          <ac:spMkLst>
            <pc:docMk/>
            <pc:sldMk cId="0" sldId="259"/>
            <ac:spMk id="9" creationId="{673CE630-9176-EBF6-C847-80EAB97E5083}"/>
          </ac:spMkLst>
        </pc:spChg>
        <pc:spChg chg="add mod ord">
          <ac:chgData name="ishana karunakaran" userId="2150081b4df94c56" providerId="LiveId" clId="{6FE3DFE0-8FCA-4D47-81DE-5A36A1F9A572}" dt="2026-08-14T19:36:30.609" v="2033" actId="1076"/>
          <ac:spMkLst>
            <pc:docMk/>
            <pc:sldMk cId="0" sldId="259"/>
            <ac:spMk id="10" creationId="{E39AE104-8933-9EB6-B716-9EE3C20D550A}"/>
          </ac:spMkLst>
        </pc:spChg>
        <pc:spChg chg="add del mod ord">
          <ac:chgData name="ishana karunakaran" userId="2150081b4df94c56" providerId="LiveId" clId="{6FE3DFE0-8FCA-4D47-81DE-5A36A1F9A572}" dt="2026-08-14T18:15:20.563" v="1022" actId="478"/>
          <ac:spMkLst>
            <pc:docMk/>
            <pc:sldMk cId="0" sldId="259"/>
            <ac:spMk id="11" creationId="{9BB4E089-53BE-FE03-A9E5-18B030779547}"/>
          </ac:spMkLst>
        </pc:spChg>
        <pc:spChg chg="add mod ord">
          <ac:chgData name="ishana karunakaran" userId="2150081b4df94c56" providerId="LiveId" clId="{6FE3DFE0-8FCA-4D47-81DE-5A36A1F9A572}" dt="2026-08-14T19:36:16.157" v="2030" actId="1076"/>
          <ac:spMkLst>
            <pc:docMk/>
            <pc:sldMk cId="0" sldId="259"/>
            <ac:spMk id="12" creationId="{F7B312B7-2A6E-139B-9F0D-A2DF2154879C}"/>
          </ac:spMkLst>
        </pc:spChg>
        <pc:spChg chg="mod">
          <ac:chgData name="ishana karunakaran" userId="2150081b4df94c56" providerId="LiveId" clId="{6FE3DFE0-8FCA-4D47-81DE-5A36A1F9A572}" dt="2026-08-14T19:36:46.987" v="2036" actId="1076"/>
          <ac:spMkLst>
            <pc:docMk/>
            <pc:sldMk cId="0" sldId="259"/>
            <ac:spMk id="128" creationId="{00000000-0000-0000-0000-000000000000}"/>
          </ac:spMkLst>
        </pc:spChg>
        <pc:spChg chg="mod">
          <ac:chgData name="ishana karunakaran" userId="2150081b4df94c56" providerId="LiveId" clId="{6FE3DFE0-8FCA-4D47-81DE-5A36A1F9A572}" dt="2026-08-14T19:56:15.583" v="2361"/>
          <ac:spMkLst>
            <pc:docMk/>
            <pc:sldMk cId="0" sldId="259"/>
            <ac:spMk id="132" creationId="{00000000-0000-0000-0000-000000000000}"/>
          </ac:spMkLst>
        </pc:spChg>
        <pc:cxnChg chg="add mod">
          <ac:chgData name="ishana karunakaran" userId="2150081b4df94c56" providerId="LiveId" clId="{6FE3DFE0-8FCA-4D47-81DE-5A36A1F9A572}" dt="2026-08-14T18:24:55.251" v="1112" actId="1076"/>
          <ac:cxnSpMkLst>
            <pc:docMk/>
            <pc:sldMk cId="0" sldId="259"/>
            <ac:cxnSpMk id="14" creationId="{FFBEB6E0-DC14-B2F7-7B74-D54D25C3E100}"/>
          </ac:cxnSpMkLst>
        </pc:cxnChg>
        <pc:cxnChg chg="add mod">
          <ac:chgData name="ishana karunakaran" userId="2150081b4df94c56" providerId="LiveId" clId="{6FE3DFE0-8FCA-4D47-81DE-5A36A1F9A572}" dt="2026-08-14T18:25:06.938" v="1114" actId="1076"/>
          <ac:cxnSpMkLst>
            <pc:docMk/>
            <pc:sldMk cId="0" sldId="259"/>
            <ac:cxnSpMk id="19" creationId="{FBB850C3-37EC-6BE6-465F-6D20B2E3F3DB}"/>
          </ac:cxnSpMkLst>
        </pc:cxnChg>
      </pc:sldChg>
      <pc:sldChg chg="addSp delSp modSp mod setBg">
        <pc:chgData name="ishana karunakaran" userId="2150081b4df94c56" providerId="LiveId" clId="{6FE3DFE0-8FCA-4D47-81DE-5A36A1F9A572}" dt="2026-08-14T20:12:18.453" v="2420"/>
        <pc:sldMkLst>
          <pc:docMk/>
          <pc:sldMk cId="0" sldId="260"/>
        </pc:sldMkLst>
        <pc:spChg chg="add mod ord">
          <ac:chgData name="ishana karunakaran" userId="2150081b4df94c56" providerId="LiveId" clId="{6FE3DFE0-8FCA-4D47-81DE-5A36A1F9A572}" dt="2026-08-14T18:40:36.481" v="1370" actId="14100"/>
          <ac:spMkLst>
            <pc:docMk/>
            <pc:sldMk cId="0" sldId="260"/>
            <ac:spMk id="2" creationId="{DEFE9FDC-0D7D-EDA6-6A20-436C284C464E}"/>
          </ac:spMkLst>
        </pc:spChg>
        <pc:spChg chg="add del mod">
          <ac:chgData name="ishana karunakaran" userId="2150081b4df94c56" providerId="LiveId" clId="{6FE3DFE0-8FCA-4D47-81DE-5A36A1F9A572}" dt="2026-08-14T18:33:27.877" v="1150" actId="478"/>
          <ac:spMkLst>
            <pc:docMk/>
            <pc:sldMk cId="0" sldId="260"/>
            <ac:spMk id="3" creationId="{FACAE04B-74BA-C414-4B19-F4BE7D627A04}"/>
          </ac:spMkLst>
        </pc:spChg>
        <pc:spChg chg="add del mod">
          <ac:chgData name="ishana karunakaran" userId="2150081b4df94c56" providerId="LiveId" clId="{6FE3DFE0-8FCA-4D47-81DE-5A36A1F9A572}" dt="2026-08-14T18:33:25.979" v="1149" actId="478"/>
          <ac:spMkLst>
            <pc:docMk/>
            <pc:sldMk cId="0" sldId="260"/>
            <ac:spMk id="4" creationId="{C3BD2D26-FAEC-1A9A-68FE-DFC2A8144A5E}"/>
          </ac:spMkLst>
        </pc:spChg>
        <pc:spChg chg="add del mod">
          <ac:chgData name="ishana karunakaran" userId="2150081b4df94c56" providerId="LiveId" clId="{6FE3DFE0-8FCA-4D47-81DE-5A36A1F9A572}" dt="2026-08-14T18:33:37.557" v="1155" actId="478"/>
          <ac:spMkLst>
            <pc:docMk/>
            <pc:sldMk cId="0" sldId="260"/>
            <ac:spMk id="5" creationId="{0B6C3F92-28C2-6A57-68B5-39CF250D71A9}"/>
          </ac:spMkLst>
        </pc:spChg>
        <pc:spChg chg="add del mod">
          <ac:chgData name="ishana karunakaran" userId="2150081b4df94c56" providerId="LiveId" clId="{6FE3DFE0-8FCA-4D47-81DE-5A36A1F9A572}" dt="2026-08-14T18:33:31.484" v="1152" actId="478"/>
          <ac:spMkLst>
            <pc:docMk/>
            <pc:sldMk cId="0" sldId="260"/>
            <ac:spMk id="6" creationId="{5A3F9E49-58CC-F9BB-DD07-C6C5728763CC}"/>
          </ac:spMkLst>
        </pc:spChg>
        <pc:spChg chg="add del mod">
          <ac:chgData name="ishana karunakaran" userId="2150081b4df94c56" providerId="LiveId" clId="{6FE3DFE0-8FCA-4D47-81DE-5A36A1F9A572}" dt="2026-08-14T18:33:29.736" v="1151" actId="478"/>
          <ac:spMkLst>
            <pc:docMk/>
            <pc:sldMk cId="0" sldId="260"/>
            <ac:spMk id="7" creationId="{6FE01FFF-0F06-03B5-7491-A98C2D1F4839}"/>
          </ac:spMkLst>
        </pc:spChg>
        <pc:spChg chg="add del mod">
          <ac:chgData name="ishana karunakaran" userId="2150081b4df94c56" providerId="LiveId" clId="{6FE3DFE0-8FCA-4D47-81DE-5A36A1F9A572}" dt="2026-08-14T18:33:39.778" v="1156" actId="478"/>
          <ac:spMkLst>
            <pc:docMk/>
            <pc:sldMk cId="0" sldId="260"/>
            <ac:spMk id="8" creationId="{D6111CFC-2D22-B334-304A-1D292D71F60A}"/>
          </ac:spMkLst>
        </pc:spChg>
        <pc:spChg chg="add mod">
          <ac:chgData name="ishana karunakaran" userId="2150081b4df94c56" providerId="LiveId" clId="{6FE3DFE0-8FCA-4D47-81DE-5A36A1F9A572}" dt="2026-08-14T18:45:19.091" v="1400" actId="1076"/>
          <ac:spMkLst>
            <pc:docMk/>
            <pc:sldMk cId="0" sldId="260"/>
            <ac:spMk id="9" creationId="{B0BF8C92-357C-285A-F8A2-C4D04ACCD633}"/>
          </ac:spMkLst>
        </pc:spChg>
        <pc:spChg chg="add mod">
          <ac:chgData name="ishana karunakaran" userId="2150081b4df94c56" providerId="LiveId" clId="{6FE3DFE0-8FCA-4D47-81DE-5A36A1F9A572}" dt="2026-08-14T18:40:41.838" v="1371" actId="14100"/>
          <ac:spMkLst>
            <pc:docMk/>
            <pc:sldMk cId="0" sldId="260"/>
            <ac:spMk id="10" creationId="{EECD4A54-24BC-34C5-9EDB-4D6E0FE68B37}"/>
          </ac:spMkLst>
        </pc:spChg>
        <pc:spChg chg="add mod">
          <ac:chgData name="ishana karunakaran" userId="2150081b4df94c56" providerId="LiveId" clId="{6FE3DFE0-8FCA-4D47-81DE-5A36A1F9A572}" dt="2026-08-14T18:45:38.117" v="1403" actId="1076"/>
          <ac:spMkLst>
            <pc:docMk/>
            <pc:sldMk cId="0" sldId="260"/>
            <ac:spMk id="11" creationId="{DC861798-37DD-C0C4-9278-F5AF2E48CE8B}"/>
          </ac:spMkLst>
        </pc:spChg>
        <pc:spChg chg="add mod">
          <ac:chgData name="ishana karunakaran" userId="2150081b4df94c56" providerId="LiveId" clId="{6FE3DFE0-8FCA-4D47-81DE-5A36A1F9A572}" dt="2026-08-14T18:40:11.656" v="1365" actId="14100"/>
          <ac:spMkLst>
            <pc:docMk/>
            <pc:sldMk cId="0" sldId="260"/>
            <ac:spMk id="12" creationId="{431A3D9B-79C7-D9FC-5F82-30247D1F8FA4}"/>
          </ac:spMkLst>
        </pc:spChg>
        <pc:spChg chg="add mod">
          <ac:chgData name="ishana karunakaran" userId="2150081b4df94c56" providerId="LiveId" clId="{6FE3DFE0-8FCA-4D47-81DE-5A36A1F9A572}" dt="2026-08-14T18:45:56.870" v="1407" actId="1076"/>
          <ac:spMkLst>
            <pc:docMk/>
            <pc:sldMk cId="0" sldId="260"/>
            <ac:spMk id="13" creationId="{1BD85F58-973A-B124-8386-1781AB925D59}"/>
          </ac:spMkLst>
        </pc:spChg>
        <pc:spChg chg="add mod">
          <ac:chgData name="ishana karunakaran" userId="2150081b4df94c56" providerId="LiveId" clId="{6FE3DFE0-8FCA-4D47-81DE-5A36A1F9A572}" dt="2026-08-14T18:40:15.361" v="1366" actId="14100"/>
          <ac:spMkLst>
            <pc:docMk/>
            <pc:sldMk cId="0" sldId="260"/>
            <ac:spMk id="14" creationId="{4C988202-2CEF-89A8-7E52-E2DE663958B4}"/>
          </ac:spMkLst>
        </pc:spChg>
        <pc:spChg chg="add mod">
          <ac:chgData name="ishana karunakaran" userId="2150081b4df94c56" providerId="LiveId" clId="{6FE3DFE0-8FCA-4D47-81DE-5A36A1F9A572}" dt="2026-08-14T18:35:57.916" v="1226" actId="1076"/>
          <ac:spMkLst>
            <pc:docMk/>
            <pc:sldMk cId="0" sldId="260"/>
            <ac:spMk id="15" creationId="{BA8A6345-2573-2057-6160-4E18A15A4ABD}"/>
          </ac:spMkLst>
        </pc:spChg>
        <pc:spChg chg="add mod">
          <ac:chgData name="ishana karunakaran" userId="2150081b4df94c56" providerId="LiveId" clId="{6FE3DFE0-8FCA-4D47-81DE-5A36A1F9A572}" dt="2026-08-14T18:36:41.055" v="1246" actId="1076"/>
          <ac:spMkLst>
            <pc:docMk/>
            <pc:sldMk cId="0" sldId="260"/>
            <ac:spMk id="16" creationId="{B6CAFAE0-DCC8-99CD-4199-A020698A3633}"/>
          </ac:spMkLst>
        </pc:spChg>
        <pc:spChg chg="add del mod">
          <ac:chgData name="ishana karunakaran" userId="2150081b4df94c56" providerId="LiveId" clId="{6FE3DFE0-8FCA-4D47-81DE-5A36A1F9A572}" dt="2026-08-14T18:37:02.681" v="1254"/>
          <ac:spMkLst>
            <pc:docMk/>
            <pc:sldMk cId="0" sldId="260"/>
            <ac:spMk id="17" creationId="{73C4C0A8-A8A5-360E-BB34-74A74F21E0EA}"/>
          </ac:spMkLst>
        </pc:spChg>
        <pc:spChg chg="add mod">
          <ac:chgData name="ishana karunakaran" userId="2150081b4df94c56" providerId="LiveId" clId="{6FE3DFE0-8FCA-4D47-81DE-5A36A1F9A572}" dt="2026-08-14T18:37:39.112" v="1265" actId="1076"/>
          <ac:spMkLst>
            <pc:docMk/>
            <pc:sldMk cId="0" sldId="260"/>
            <ac:spMk id="18" creationId="{C8992025-94A2-A71A-C573-030D106E87C7}"/>
          </ac:spMkLst>
        </pc:spChg>
        <pc:spChg chg="add mod">
          <ac:chgData name="ishana karunakaran" userId="2150081b4df94c56" providerId="LiveId" clId="{6FE3DFE0-8FCA-4D47-81DE-5A36A1F9A572}" dt="2026-08-14T18:38:59.474" v="1317" actId="1076"/>
          <ac:spMkLst>
            <pc:docMk/>
            <pc:sldMk cId="0" sldId="260"/>
            <ac:spMk id="19" creationId="{47D45653-652C-02EF-525C-B3C160B34506}"/>
          </ac:spMkLst>
        </pc:spChg>
        <pc:spChg chg="add mod">
          <ac:chgData name="ishana karunakaran" userId="2150081b4df94c56" providerId="LiveId" clId="{6FE3DFE0-8FCA-4D47-81DE-5A36A1F9A572}" dt="2026-08-14T18:46:02.807" v="1408" actId="1076"/>
          <ac:spMkLst>
            <pc:docMk/>
            <pc:sldMk cId="0" sldId="260"/>
            <ac:spMk id="20" creationId="{001C7767-652F-5D13-1B41-99A762BA4457}"/>
          </ac:spMkLst>
        </pc:spChg>
        <pc:spChg chg="add mod">
          <ac:chgData name="ishana karunakaran" userId="2150081b4df94c56" providerId="LiveId" clId="{6FE3DFE0-8FCA-4D47-81DE-5A36A1F9A572}" dt="2026-08-14T18:45:42.717" v="1404" actId="1076"/>
          <ac:spMkLst>
            <pc:docMk/>
            <pc:sldMk cId="0" sldId="260"/>
            <ac:spMk id="21" creationId="{1940C161-1A48-1D0F-A48B-6AD1F3D07E06}"/>
          </ac:spMkLst>
        </pc:spChg>
        <pc:spChg chg="add mod">
          <ac:chgData name="ishana karunakaran" userId="2150081b4df94c56" providerId="LiveId" clId="{6FE3DFE0-8FCA-4D47-81DE-5A36A1F9A572}" dt="2026-08-14T18:45:23.492" v="1401" actId="1076"/>
          <ac:spMkLst>
            <pc:docMk/>
            <pc:sldMk cId="0" sldId="260"/>
            <ac:spMk id="22" creationId="{6D5FE990-C31C-4BBB-9038-E64DF127F86B}"/>
          </ac:spMkLst>
        </pc:spChg>
        <pc:spChg chg="add mod">
          <ac:chgData name="ishana karunakaran" userId="2150081b4df94c56" providerId="LiveId" clId="{6FE3DFE0-8FCA-4D47-81DE-5A36A1F9A572}" dt="2026-08-14T18:41:21.127" v="1373" actId="14100"/>
          <ac:spMkLst>
            <pc:docMk/>
            <pc:sldMk cId="0" sldId="260"/>
            <ac:spMk id="23" creationId="{75EF3B92-A59C-8824-8A59-EE798A4E4490}"/>
          </ac:spMkLst>
        </pc:spChg>
        <pc:spChg chg="add mod">
          <ac:chgData name="ishana karunakaran" userId="2150081b4df94c56" providerId="LiveId" clId="{6FE3DFE0-8FCA-4D47-81DE-5A36A1F9A572}" dt="2026-08-14T18:45:48.370" v="1405" actId="1076"/>
          <ac:spMkLst>
            <pc:docMk/>
            <pc:sldMk cId="0" sldId="260"/>
            <ac:spMk id="24" creationId="{484AE4A4-85F1-96DB-B4BA-047D1AB1844D}"/>
          </ac:spMkLst>
        </pc:spChg>
        <pc:spChg chg="add mod">
          <ac:chgData name="ishana karunakaran" userId="2150081b4df94c56" providerId="LiveId" clId="{6FE3DFE0-8FCA-4D47-81DE-5A36A1F9A572}" dt="2026-08-14T18:46:12.949" v="1410" actId="1076"/>
          <ac:spMkLst>
            <pc:docMk/>
            <pc:sldMk cId="0" sldId="260"/>
            <ac:spMk id="25" creationId="{1D140AB2-8E12-0200-D47B-DB2C67024398}"/>
          </ac:spMkLst>
        </pc:spChg>
        <pc:spChg chg="add mod">
          <ac:chgData name="ishana karunakaran" userId="2150081b4df94c56" providerId="LiveId" clId="{6FE3DFE0-8FCA-4D47-81DE-5A36A1F9A572}" dt="2026-08-14T18:41:36.737" v="1379" actId="1076"/>
          <ac:spMkLst>
            <pc:docMk/>
            <pc:sldMk cId="0" sldId="260"/>
            <ac:spMk id="26" creationId="{A5BEC2BB-FEF5-F3B6-3DE1-903BE097C10E}"/>
          </ac:spMkLst>
        </pc:spChg>
        <pc:spChg chg="add mod">
          <ac:chgData name="ishana karunakaran" userId="2150081b4df94c56" providerId="LiveId" clId="{6FE3DFE0-8FCA-4D47-81DE-5A36A1F9A572}" dt="2026-08-14T18:41:32.678" v="1378" actId="1076"/>
          <ac:spMkLst>
            <pc:docMk/>
            <pc:sldMk cId="0" sldId="260"/>
            <ac:spMk id="27" creationId="{0D678A52-107C-5940-0854-2A91F1F6CF06}"/>
          </ac:spMkLst>
        </pc:spChg>
        <pc:spChg chg="add mod">
          <ac:chgData name="ishana karunakaran" userId="2150081b4df94c56" providerId="LiveId" clId="{6FE3DFE0-8FCA-4D47-81DE-5A36A1F9A572}" dt="2026-08-14T18:45:31.699" v="1402" actId="1076"/>
          <ac:spMkLst>
            <pc:docMk/>
            <pc:sldMk cId="0" sldId="260"/>
            <ac:spMk id="28" creationId="{DC940203-45FE-B098-F9F2-29089DA68A50}"/>
          </ac:spMkLst>
        </pc:spChg>
        <pc:spChg chg="del mod">
          <ac:chgData name="ishana karunakaran" userId="2150081b4df94c56" providerId="LiveId" clId="{6FE3DFE0-8FCA-4D47-81DE-5A36A1F9A572}" dt="2026-08-14T18:31:57.732" v="1128" actId="478"/>
          <ac:spMkLst>
            <pc:docMk/>
            <pc:sldMk cId="0" sldId="260"/>
            <ac:spMk id="140" creationId="{00000000-0000-0000-0000-000000000000}"/>
          </ac:spMkLst>
        </pc:spChg>
        <pc:spChg chg="mod">
          <ac:chgData name="ishana karunakaran" userId="2150081b4df94c56" providerId="LiveId" clId="{6FE3DFE0-8FCA-4D47-81DE-5A36A1F9A572}" dt="2026-08-14T19:56:23.075" v="2363"/>
          <ac:spMkLst>
            <pc:docMk/>
            <pc:sldMk cId="0" sldId="260"/>
            <ac:spMk id="144" creationId="{00000000-0000-0000-0000-000000000000}"/>
          </ac:spMkLst>
        </pc:spChg>
      </pc:sldChg>
      <pc:sldChg chg="addSp delSp modSp mod setBg">
        <pc:chgData name="ishana karunakaran" userId="2150081b4df94c56" providerId="LiveId" clId="{6FE3DFE0-8FCA-4D47-81DE-5A36A1F9A572}" dt="2026-08-14T20:13:15.657" v="2423"/>
        <pc:sldMkLst>
          <pc:docMk/>
          <pc:sldMk cId="0" sldId="261"/>
        </pc:sldMkLst>
        <pc:spChg chg="add mod">
          <ac:chgData name="ishana karunakaran" userId="2150081b4df94c56" providerId="LiveId" clId="{6FE3DFE0-8FCA-4D47-81DE-5A36A1F9A572}" dt="2026-08-14T19:00:31.617" v="1526" actId="1076"/>
          <ac:spMkLst>
            <pc:docMk/>
            <pc:sldMk cId="0" sldId="261"/>
            <ac:spMk id="2" creationId="{0820B666-9BB1-E91F-EFB4-C04A95A18264}"/>
          </ac:spMkLst>
        </pc:spChg>
        <pc:spChg chg="add del mod">
          <ac:chgData name="ishana karunakaran" userId="2150081b4df94c56" providerId="LiveId" clId="{6FE3DFE0-8FCA-4D47-81DE-5A36A1F9A572}" dt="2026-08-14T18:50:15.173" v="1429" actId="478"/>
          <ac:spMkLst>
            <pc:docMk/>
            <pc:sldMk cId="0" sldId="261"/>
            <ac:spMk id="3" creationId="{2E43D228-ADAD-94DB-CE27-28B027DCB6BF}"/>
          </ac:spMkLst>
        </pc:spChg>
        <pc:spChg chg="add del mod">
          <ac:chgData name="ishana karunakaran" userId="2150081b4df94c56" providerId="LiveId" clId="{6FE3DFE0-8FCA-4D47-81DE-5A36A1F9A572}" dt="2026-08-14T18:50:07.170" v="1424" actId="478"/>
          <ac:spMkLst>
            <pc:docMk/>
            <pc:sldMk cId="0" sldId="261"/>
            <ac:spMk id="4" creationId="{58B1E34E-44FD-31A6-5A9E-6E9F50D52EC6}"/>
          </ac:spMkLst>
        </pc:spChg>
        <pc:spChg chg="add del mod">
          <ac:chgData name="ishana karunakaran" userId="2150081b4df94c56" providerId="LiveId" clId="{6FE3DFE0-8FCA-4D47-81DE-5A36A1F9A572}" dt="2026-08-14T18:50:13.207" v="1428" actId="478"/>
          <ac:spMkLst>
            <pc:docMk/>
            <pc:sldMk cId="0" sldId="261"/>
            <ac:spMk id="5" creationId="{8B44988A-F4D5-458E-21E6-3EFFEE386715}"/>
          </ac:spMkLst>
        </pc:spChg>
        <pc:spChg chg="add del mod">
          <ac:chgData name="ishana karunakaran" userId="2150081b4df94c56" providerId="LiveId" clId="{6FE3DFE0-8FCA-4D47-81DE-5A36A1F9A572}" dt="2026-08-14T18:57:21.314" v="1487" actId="478"/>
          <ac:spMkLst>
            <pc:docMk/>
            <pc:sldMk cId="0" sldId="261"/>
            <ac:spMk id="6" creationId="{0595C081-F09A-76C0-93EB-BD536C958A8F}"/>
          </ac:spMkLst>
        </pc:spChg>
        <pc:spChg chg="add del mod">
          <ac:chgData name="ishana karunakaran" userId="2150081b4df94c56" providerId="LiveId" clId="{6FE3DFE0-8FCA-4D47-81DE-5A36A1F9A572}" dt="2026-08-14T18:57:23.603" v="1488" actId="478"/>
          <ac:spMkLst>
            <pc:docMk/>
            <pc:sldMk cId="0" sldId="261"/>
            <ac:spMk id="7" creationId="{42FC954C-3617-A4C2-D06A-215B26DFDD5C}"/>
          </ac:spMkLst>
        </pc:spChg>
        <pc:spChg chg="add del mod">
          <ac:chgData name="ishana karunakaran" userId="2150081b4df94c56" providerId="LiveId" clId="{6FE3DFE0-8FCA-4D47-81DE-5A36A1F9A572}" dt="2026-08-14T18:57:25.531" v="1489" actId="478"/>
          <ac:spMkLst>
            <pc:docMk/>
            <pc:sldMk cId="0" sldId="261"/>
            <ac:spMk id="8" creationId="{C3E6E6C3-0812-8646-FB07-CF34CA23FCF9}"/>
          </ac:spMkLst>
        </pc:spChg>
        <pc:spChg chg="add del mod">
          <ac:chgData name="ishana karunakaran" userId="2150081b4df94c56" providerId="LiveId" clId="{6FE3DFE0-8FCA-4D47-81DE-5A36A1F9A572}" dt="2026-08-14T18:53:23.165" v="1470" actId="478"/>
          <ac:spMkLst>
            <pc:docMk/>
            <pc:sldMk cId="0" sldId="261"/>
            <ac:spMk id="9" creationId="{DE840BF1-4B5F-3801-B765-A4A5D13F8E44}"/>
          </ac:spMkLst>
        </pc:spChg>
        <pc:spChg chg="add mod">
          <ac:chgData name="ishana karunakaran" userId="2150081b4df94c56" providerId="LiveId" clId="{6FE3DFE0-8FCA-4D47-81DE-5A36A1F9A572}" dt="2026-08-14T19:00:41.068" v="1528" actId="1076"/>
          <ac:spMkLst>
            <pc:docMk/>
            <pc:sldMk cId="0" sldId="261"/>
            <ac:spMk id="10" creationId="{0CC557A0-DF01-D360-701E-B54E49279F71}"/>
          </ac:spMkLst>
        </pc:spChg>
        <pc:spChg chg="add mod">
          <ac:chgData name="ishana karunakaran" userId="2150081b4df94c56" providerId="LiveId" clId="{6FE3DFE0-8FCA-4D47-81DE-5A36A1F9A572}" dt="2026-08-14T19:07:05.844" v="1619" actId="1076"/>
          <ac:spMkLst>
            <pc:docMk/>
            <pc:sldMk cId="0" sldId="261"/>
            <ac:spMk id="11" creationId="{5EDDC9AF-853E-D6FE-2485-F7309AE94333}"/>
          </ac:spMkLst>
        </pc:spChg>
        <pc:spChg chg="add del mod">
          <ac:chgData name="ishana karunakaran" userId="2150081b4df94c56" providerId="LiveId" clId="{6FE3DFE0-8FCA-4D47-81DE-5A36A1F9A572}" dt="2026-08-14T19:00:02.498" v="1517" actId="478"/>
          <ac:spMkLst>
            <pc:docMk/>
            <pc:sldMk cId="0" sldId="261"/>
            <ac:spMk id="12" creationId="{77C43490-3BC1-5E57-8052-6319A91ED1DC}"/>
          </ac:spMkLst>
        </pc:spChg>
        <pc:spChg chg="add del mod">
          <ac:chgData name="ishana karunakaran" userId="2150081b4df94c56" providerId="LiveId" clId="{6FE3DFE0-8FCA-4D47-81DE-5A36A1F9A572}" dt="2026-08-14T19:00:04.307" v="1518" actId="478"/>
          <ac:spMkLst>
            <pc:docMk/>
            <pc:sldMk cId="0" sldId="261"/>
            <ac:spMk id="13" creationId="{4D6F24DD-70CB-124D-D977-EBB46550B976}"/>
          </ac:spMkLst>
        </pc:spChg>
        <pc:spChg chg="add del mod">
          <ac:chgData name="ishana karunakaran" userId="2150081b4df94c56" providerId="LiveId" clId="{6FE3DFE0-8FCA-4D47-81DE-5A36A1F9A572}" dt="2026-08-14T19:00:06.206" v="1519" actId="478"/>
          <ac:spMkLst>
            <pc:docMk/>
            <pc:sldMk cId="0" sldId="261"/>
            <ac:spMk id="14" creationId="{4AAF70D7-B8E7-13CE-B858-A4C3E736A737}"/>
          </ac:spMkLst>
        </pc:spChg>
        <pc:spChg chg="add mod">
          <ac:chgData name="ishana karunakaran" userId="2150081b4df94c56" providerId="LiveId" clId="{6FE3DFE0-8FCA-4D47-81DE-5A36A1F9A572}" dt="2026-08-14T19:01:10.378" v="1533" actId="1076"/>
          <ac:spMkLst>
            <pc:docMk/>
            <pc:sldMk cId="0" sldId="261"/>
            <ac:spMk id="15" creationId="{88F95A54-FD4E-DBA2-209D-F28E9AC92927}"/>
          </ac:spMkLst>
        </pc:spChg>
        <pc:spChg chg="add mod ord">
          <ac:chgData name="ishana karunakaran" userId="2150081b4df94c56" providerId="LiveId" clId="{6FE3DFE0-8FCA-4D47-81DE-5A36A1F9A572}" dt="2026-08-14T19:01:04.734" v="1532" actId="1076"/>
          <ac:spMkLst>
            <pc:docMk/>
            <pc:sldMk cId="0" sldId="261"/>
            <ac:spMk id="16" creationId="{CC40067D-9D44-2C11-BD02-15D26BE897A7}"/>
          </ac:spMkLst>
        </pc:spChg>
        <pc:spChg chg="add mod">
          <ac:chgData name="ishana karunakaran" userId="2150081b4df94c56" providerId="LiveId" clId="{6FE3DFE0-8FCA-4D47-81DE-5A36A1F9A572}" dt="2026-08-14T19:00:22.706" v="1524" actId="1076"/>
          <ac:spMkLst>
            <pc:docMk/>
            <pc:sldMk cId="0" sldId="261"/>
            <ac:spMk id="17" creationId="{FC0245EA-70BA-3470-0BAE-7F6F38731865}"/>
          </ac:spMkLst>
        </pc:spChg>
        <pc:spChg chg="add mod">
          <ac:chgData name="ishana karunakaran" userId="2150081b4df94c56" providerId="LiveId" clId="{6FE3DFE0-8FCA-4D47-81DE-5A36A1F9A572}" dt="2026-08-14T19:00:27.043" v="1525" actId="1076"/>
          <ac:spMkLst>
            <pc:docMk/>
            <pc:sldMk cId="0" sldId="261"/>
            <ac:spMk id="18" creationId="{0EA54FCB-B6D6-C289-BEF5-4728FF46382A}"/>
          </ac:spMkLst>
        </pc:spChg>
        <pc:spChg chg="add mod">
          <ac:chgData name="ishana karunakaran" userId="2150081b4df94c56" providerId="LiveId" clId="{6FE3DFE0-8FCA-4D47-81DE-5A36A1F9A572}" dt="2026-08-14T19:07:00.390" v="1618" actId="1076"/>
          <ac:spMkLst>
            <pc:docMk/>
            <pc:sldMk cId="0" sldId="261"/>
            <ac:spMk id="19" creationId="{0CA9FCFF-A033-69E1-E14C-03FEB27CF8A5}"/>
          </ac:spMkLst>
        </pc:spChg>
        <pc:spChg chg="add mod">
          <ac:chgData name="ishana karunakaran" userId="2150081b4df94c56" providerId="LiveId" clId="{6FE3DFE0-8FCA-4D47-81DE-5A36A1F9A572}" dt="2026-08-14T19:02:52.806" v="1573" actId="1076"/>
          <ac:spMkLst>
            <pc:docMk/>
            <pc:sldMk cId="0" sldId="261"/>
            <ac:spMk id="20" creationId="{1B97DBA9-5F9A-A776-5F12-3C433D808AB6}"/>
          </ac:spMkLst>
        </pc:spChg>
        <pc:spChg chg="add mod">
          <ac:chgData name="ishana karunakaran" userId="2150081b4df94c56" providerId="LiveId" clId="{6FE3DFE0-8FCA-4D47-81DE-5A36A1F9A572}" dt="2026-08-14T19:03:56.711" v="1581" actId="1076"/>
          <ac:spMkLst>
            <pc:docMk/>
            <pc:sldMk cId="0" sldId="261"/>
            <ac:spMk id="21" creationId="{1C7EB69A-D17E-982E-228E-548DADB88ACF}"/>
          </ac:spMkLst>
        </pc:spChg>
        <pc:spChg chg="add mod">
          <ac:chgData name="ishana karunakaran" userId="2150081b4df94c56" providerId="LiveId" clId="{6FE3DFE0-8FCA-4D47-81DE-5A36A1F9A572}" dt="2026-08-14T19:05:40.217" v="1594" actId="1076"/>
          <ac:spMkLst>
            <pc:docMk/>
            <pc:sldMk cId="0" sldId="261"/>
            <ac:spMk id="22" creationId="{8A371943-26A0-1E70-B0C0-40E4AE1685BD}"/>
          </ac:spMkLst>
        </pc:spChg>
        <pc:spChg chg="add mod">
          <ac:chgData name="ishana karunakaran" userId="2150081b4df94c56" providerId="LiveId" clId="{6FE3DFE0-8FCA-4D47-81DE-5A36A1F9A572}" dt="2026-08-14T19:06:55.264" v="1617" actId="1076"/>
          <ac:spMkLst>
            <pc:docMk/>
            <pc:sldMk cId="0" sldId="261"/>
            <ac:spMk id="23" creationId="{ED801389-C1CE-C2BE-8E7A-8394424295DE}"/>
          </ac:spMkLst>
        </pc:spChg>
        <pc:spChg chg="add mod">
          <ac:chgData name="ishana karunakaran" userId="2150081b4df94c56" providerId="LiveId" clId="{6FE3DFE0-8FCA-4D47-81DE-5A36A1F9A572}" dt="2026-08-14T19:09:10.424" v="1626" actId="14100"/>
          <ac:spMkLst>
            <pc:docMk/>
            <pc:sldMk cId="0" sldId="261"/>
            <ac:spMk id="24" creationId="{DF3BEE17-2BA0-12E7-BC11-A6397DDE5154}"/>
          </ac:spMkLst>
        </pc:spChg>
        <pc:spChg chg="add mod">
          <ac:chgData name="ishana karunakaran" userId="2150081b4df94c56" providerId="LiveId" clId="{6FE3DFE0-8FCA-4D47-81DE-5A36A1F9A572}" dt="2026-08-14T19:08:54.660" v="1625" actId="1076"/>
          <ac:spMkLst>
            <pc:docMk/>
            <pc:sldMk cId="0" sldId="261"/>
            <ac:spMk id="25" creationId="{63E174BB-8E90-F7B3-E94E-79F3ABFB576B}"/>
          </ac:spMkLst>
        </pc:spChg>
        <pc:spChg chg="del mod">
          <ac:chgData name="ishana karunakaran" userId="2150081b4df94c56" providerId="LiveId" clId="{6FE3DFE0-8FCA-4D47-81DE-5A36A1F9A572}" dt="2026-08-14T18:53:23.165" v="1472"/>
          <ac:spMkLst>
            <pc:docMk/>
            <pc:sldMk cId="0" sldId="261"/>
            <ac:spMk id="152" creationId="{00000000-0000-0000-0000-000000000000}"/>
          </ac:spMkLst>
        </pc:spChg>
        <pc:spChg chg="mod">
          <ac:chgData name="ishana karunakaran" userId="2150081b4df94c56" providerId="LiveId" clId="{6FE3DFE0-8FCA-4D47-81DE-5A36A1F9A572}" dt="2026-08-14T19:56:29.487" v="2365"/>
          <ac:spMkLst>
            <pc:docMk/>
            <pc:sldMk cId="0" sldId="261"/>
            <ac:spMk id="156" creationId="{00000000-0000-0000-0000-000000000000}"/>
          </ac:spMkLst>
        </pc:spChg>
      </pc:sldChg>
      <pc:sldChg chg="addSp delSp modSp mod setBg">
        <pc:chgData name="ishana karunakaran" userId="2150081b4df94c56" providerId="LiveId" clId="{6FE3DFE0-8FCA-4D47-81DE-5A36A1F9A572}" dt="2026-08-14T20:14:06.078" v="2427" actId="113"/>
        <pc:sldMkLst>
          <pc:docMk/>
          <pc:sldMk cId="0" sldId="262"/>
        </pc:sldMkLst>
        <pc:spChg chg="add mod">
          <ac:chgData name="ishana karunakaran" userId="2150081b4df94c56" providerId="LiveId" clId="{6FE3DFE0-8FCA-4D47-81DE-5A36A1F9A572}" dt="2026-08-14T19:45:20.324" v="2191" actId="1076"/>
          <ac:spMkLst>
            <pc:docMk/>
            <pc:sldMk cId="0" sldId="262"/>
            <ac:spMk id="13" creationId="{FC521737-0B85-B5CE-CA4D-6C5BFCE8DE84}"/>
          </ac:spMkLst>
        </pc:spChg>
        <pc:spChg chg="add mod">
          <ac:chgData name="ishana karunakaran" userId="2150081b4df94c56" providerId="LiveId" clId="{6FE3DFE0-8FCA-4D47-81DE-5A36A1F9A572}" dt="2026-08-14T20:14:06.078" v="2427" actId="113"/>
          <ac:spMkLst>
            <pc:docMk/>
            <pc:sldMk cId="0" sldId="262"/>
            <ac:spMk id="14" creationId="{9155FB54-578E-D9CE-5C3D-1E1DA45B4791}"/>
          </ac:spMkLst>
        </pc:spChg>
        <pc:spChg chg="del mod">
          <ac:chgData name="ishana karunakaran" userId="2150081b4df94c56" providerId="LiveId" clId="{6FE3DFE0-8FCA-4D47-81DE-5A36A1F9A572}" dt="2026-08-14T19:17:00.973" v="1709"/>
          <ac:spMkLst>
            <pc:docMk/>
            <pc:sldMk cId="0" sldId="262"/>
            <ac:spMk id="164" creationId="{00000000-0000-0000-0000-000000000000}"/>
          </ac:spMkLst>
        </pc:spChg>
        <pc:spChg chg="mod">
          <ac:chgData name="ishana karunakaran" userId="2150081b4df94c56" providerId="LiveId" clId="{6FE3DFE0-8FCA-4D47-81DE-5A36A1F9A572}" dt="2026-08-14T19:56:36.246" v="2367"/>
          <ac:spMkLst>
            <pc:docMk/>
            <pc:sldMk cId="0" sldId="262"/>
            <ac:spMk id="168" creationId="{00000000-0000-0000-0000-000000000000}"/>
          </ac:spMkLst>
        </pc:spChg>
        <pc:graphicFrameChg chg="add del mod modGraphic">
          <ac:chgData name="ishana karunakaran" userId="2150081b4df94c56" providerId="LiveId" clId="{6FE3DFE0-8FCA-4D47-81DE-5A36A1F9A572}" dt="2026-08-14T19:20:19.095" v="1712" actId="478"/>
          <ac:graphicFrameMkLst>
            <pc:docMk/>
            <pc:sldMk cId="0" sldId="262"/>
            <ac:graphicFrameMk id="2" creationId="{C5A74641-0BFC-15C8-E45D-7F669D4D3FD0}"/>
          </ac:graphicFrameMkLst>
        </pc:graphicFrameChg>
        <pc:graphicFrameChg chg="add del modGraphic">
          <ac:chgData name="ishana karunakaran" userId="2150081b4df94c56" providerId="LiveId" clId="{6FE3DFE0-8FCA-4D47-81DE-5A36A1F9A572}" dt="2026-08-14T19:20:04.707" v="1711" actId="478"/>
          <ac:graphicFrameMkLst>
            <pc:docMk/>
            <pc:sldMk cId="0" sldId="262"/>
            <ac:graphicFrameMk id="3" creationId="{10D3C49F-B68E-6BB6-D3C2-B571FC1DC897}"/>
          </ac:graphicFrameMkLst>
        </pc:graphicFrameChg>
        <pc:graphicFrameChg chg="add del mod modGraphic">
          <ac:chgData name="ishana karunakaran" userId="2150081b4df94c56" providerId="LiveId" clId="{6FE3DFE0-8FCA-4D47-81DE-5A36A1F9A572}" dt="2026-08-14T19:27:50.075" v="1857" actId="478"/>
          <ac:graphicFrameMkLst>
            <pc:docMk/>
            <pc:sldMk cId="0" sldId="262"/>
            <ac:graphicFrameMk id="4" creationId="{4B47C021-2B07-52F2-A6C8-58AB5BA395C5}"/>
          </ac:graphicFrameMkLst>
        </pc:graphicFrameChg>
        <pc:graphicFrameChg chg="add del">
          <ac:chgData name="ishana karunakaran" userId="2150081b4df94c56" providerId="LiveId" clId="{6FE3DFE0-8FCA-4D47-81DE-5A36A1F9A572}" dt="2026-08-14T19:27:36.800" v="1847" actId="22"/>
          <ac:graphicFrameMkLst>
            <pc:docMk/>
            <pc:sldMk cId="0" sldId="262"/>
            <ac:graphicFrameMk id="8" creationId="{1D540D9C-CC9D-D08F-ADFC-C55B595FD749}"/>
          </ac:graphicFrameMkLst>
        </pc:graphicFrameChg>
        <pc:graphicFrameChg chg="add del mod modGraphic">
          <ac:chgData name="ishana karunakaran" userId="2150081b4df94c56" providerId="LiveId" clId="{6FE3DFE0-8FCA-4D47-81DE-5A36A1F9A572}" dt="2026-08-14T19:28:20.942" v="1860" actId="478"/>
          <ac:graphicFrameMkLst>
            <pc:docMk/>
            <pc:sldMk cId="0" sldId="262"/>
            <ac:graphicFrameMk id="9" creationId="{7DA66DF1-D913-5F65-ECE6-CD4CCDFBC950}"/>
          </ac:graphicFrameMkLst>
        </pc:graphicFrameChg>
        <pc:graphicFrameChg chg="add del mod modGraphic">
          <ac:chgData name="ishana karunakaran" userId="2150081b4df94c56" providerId="LiveId" clId="{6FE3DFE0-8FCA-4D47-81DE-5A36A1F9A572}" dt="2026-08-14T19:32:14.289" v="1980" actId="478"/>
          <ac:graphicFrameMkLst>
            <pc:docMk/>
            <pc:sldMk cId="0" sldId="262"/>
            <ac:graphicFrameMk id="10" creationId="{1E9027F1-A7EE-2926-AFE3-5093347B29C7}"/>
          </ac:graphicFrameMkLst>
        </pc:graphicFrameChg>
        <pc:graphicFrameChg chg="add del mod modGraphic">
          <ac:chgData name="ishana karunakaran" userId="2150081b4df94c56" providerId="LiveId" clId="{6FE3DFE0-8FCA-4D47-81DE-5A36A1F9A572}" dt="2026-08-14T19:38:04.616" v="2045" actId="478"/>
          <ac:graphicFrameMkLst>
            <pc:docMk/>
            <pc:sldMk cId="0" sldId="262"/>
            <ac:graphicFrameMk id="11" creationId="{02515155-A50F-B5C1-9417-148ADED1860B}"/>
          </ac:graphicFrameMkLst>
        </pc:graphicFrameChg>
        <pc:graphicFrameChg chg="add mod modGraphic">
          <ac:chgData name="ishana karunakaran" userId="2150081b4df94c56" providerId="LiveId" clId="{6FE3DFE0-8FCA-4D47-81DE-5A36A1F9A572}" dt="2026-08-14T19:48:18.781" v="2201" actId="14100"/>
          <ac:graphicFrameMkLst>
            <pc:docMk/>
            <pc:sldMk cId="0" sldId="262"/>
            <ac:graphicFrameMk id="12" creationId="{E5722131-1D7A-5875-F57A-8A7767AFBEC4}"/>
          </ac:graphicFrameMkLst>
        </pc:graphicFrameChg>
        <pc:picChg chg="add del">
          <ac:chgData name="ishana karunakaran" userId="2150081b4df94c56" providerId="LiveId" clId="{6FE3DFE0-8FCA-4D47-81DE-5A36A1F9A572}" dt="2026-08-14T19:27:39.888" v="1851" actId="22"/>
          <ac:picMkLst>
            <pc:docMk/>
            <pc:sldMk cId="0" sldId="262"/>
            <ac:picMk id="6" creationId="{69EE16A3-F5CD-1C13-6D0C-53378206458B}"/>
          </ac:picMkLst>
        </pc:picChg>
      </pc:sldChg>
      <pc:sldChg chg="addSp delSp modSp new mod">
        <pc:chgData name="ishana karunakaran" userId="2150081b4df94c56" providerId="LiveId" clId="{6FE3DFE0-8FCA-4D47-81DE-5A36A1F9A572}" dt="2026-08-14T19:55:10.138" v="2313" actId="20577"/>
        <pc:sldMkLst>
          <pc:docMk/>
          <pc:sldMk cId="1132162697" sldId="263"/>
        </pc:sldMkLst>
        <pc:spChg chg="mod">
          <ac:chgData name="ishana karunakaran" userId="2150081b4df94c56" providerId="LiveId" clId="{6FE3DFE0-8FCA-4D47-81DE-5A36A1F9A572}" dt="2026-08-14T19:55:10.138" v="2313" actId="20577"/>
          <ac:spMkLst>
            <pc:docMk/>
            <pc:sldMk cId="1132162697" sldId="263"/>
            <ac:spMk id="2" creationId="{FB7FDD79-890B-5428-BB24-2ABDB0C794A4}"/>
          </ac:spMkLst>
        </pc:spChg>
        <pc:spChg chg="del mod">
          <ac:chgData name="ishana karunakaran" userId="2150081b4df94c56" providerId="LiveId" clId="{6FE3DFE0-8FCA-4D47-81DE-5A36A1F9A572}" dt="2026-08-14T19:54:40.368" v="2306" actId="478"/>
          <ac:spMkLst>
            <pc:docMk/>
            <pc:sldMk cId="1132162697" sldId="263"/>
            <ac:spMk id="3" creationId="{808436BB-7FA2-E81A-83A7-A10EC7E11251}"/>
          </ac:spMkLst>
        </pc:spChg>
        <pc:spChg chg="add mod">
          <ac:chgData name="ishana karunakaran" userId="2150081b4df94c56" providerId="LiveId" clId="{6FE3DFE0-8FCA-4D47-81DE-5A36A1F9A572}" dt="2026-08-14T19:52:40.542" v="2244" actId="207"/>
          <ac:spMkLst>
            <pc:docMk/>
            <pc:sldMk cId="1132162697" sldId="263"/>
            <ac:spMk id="5" creationId="{42B93DDD-E4BB-A2A5-2D2E-9E2CDFE5524E}"/>
          </ac:spMkLst>
        </pc:spChg>
        <pc:spChg chg="add del mod">
          <ac:chgData name="ishana karunakaran" userId="2150081b4df94c56" providerId="LiveId" clId="{6FE3DFE0-8FCA-4D47-81DE-5A36A1F9A572}" dt="2026-08-14T19:54:11.970" v="2299"/>
          <ac:spMkLst>
            <pc:docMk/>
            <pc:sldMk cId="1132162697" sldId="263"/>
            <ac:spMk id="8" creationId="{B8685B00-877D-8FC6-88B5-129D983F62C2}"/>
          </ac:spMkLst>
        </pc:spChg>
        <pc:spChg chg="add del mod">
          <ac:chgData name="ishana karunakaran" userId="2150081b4df94c56" providerId="LiveId" clId="{6FE3DFE0-8FCA-4D47-81DE-5A36A1F9A572}" dt="2026-08-14T19:54:55.509" v="2309" actId="478"/>
          <ac:spMkLst>
            <pc:docMk/>
            <pc:sldMk cId="1132162697" sldId="263"/>
            <ac:spMk id="10" creationId="{347BB23F-0871-15FA-846F-175C1EBAE60E}"/>
          </ac:spMkLst>
        </pc:spChg>
        <pc:cxnChg chg="add del mod">
          <ac:chgData name="ishana karunakaran" userId="2150081b4df94c56" providerId="LiveId" clId="{6FE3DFE0-8FCA-4D47-81DE-5A36A1F9A572}" dt="2026-08-14T19:54:58.193" v="2310" actId="478"/>
          <ac:cxnSpMkLst>
            <pc:docMk/>
            <pc:sldMk cId="1132162697" sldId="263"/>
            <ac:cxnSpMk id="7" creationId="{C773D7EB-A804-5643-BB2E-E7714E6D63F1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6B45F4-CC25-49A3-BA2D-C1A61A16AB2B}" type="doc">
      <dgm:prSet loTypeId="urn:microsoft.com/office/officeart/2005/8/layout/chevron1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61A8D5C-9CBC-4A6A-8BE1-0D2346196A9F}">
      <dgm:prSet phldrT="[Text]" phldr="0"/>
      <dgm:spPr/>
      <dgm:t>
        <a:bodyPr/>
        <a:lstStyle/>
        <a:p>
          <a:r>
            <a:rPr lang="en-US" b="1" dirty="0"/>
            <a:t>MONITOR</a:t>
          </a:r>
        </a:p>
      </dgm:t>
    </dgm:pt>
    <dgm:pt modelId="{B1A713DF-27CD-484F-B584-D15601526E4D}" type="parTrans" cxnId="{9B1990BA-D943-414C-A2BF-9FBA043E0BC7}">
      <dgm:prSet/>
      <dgm:spPr/>
      <dgm:t>
        <a:bodyPr/>
        <a:lstStyle/>
        <a:p>
          <a:endParaRPr lang="en-US"/>
        </a:p>
      </dgm:t>
    </dgm:pt>
    <dgm:pt modelId="{455D464E-2826-4449-B6C3-A13D3D0677F9}" type="sibTrans" cxnId="{9B1990BA-D943-414C-A2BF-9FBA043E0BC7}">
      <dgm:prSet/>
      <dgm:spPr/>
      <dgm:t>
        <a:bodyPr/>
        <a:lstStyle/>
        <a:p>
          <a:endParaRPr lang="en-US"/>
        </a:p>
      </dgm:t>
    </dgm:pt>
    <dgm:pt modelId="{6B32C357-6137-4206-BDE5-F7AA1DB5BF8E}">
      <dgm:prSet phldrT="[Text]" phldr="0"/>
      <dgm:spPr/>
      <dgm:t>
        <a:bodyPr/>
        <a:lstStyle/>
        <a:p>
          <a:r>
            <a:rPr lang="en-US" b="1" dirty="0"/>
            <a:t>PREDICT</a:t>
          </a:r>
        </a:p>
      </dgm:t>
    </dgm:pt>
    <dgm:pt modelId="{85278354-9F4B-4946-9747-0E02C97D5CF2}" type="parTrans" cxnId="{EB4BE03C-070B-4010-9A04-AE7796C9F86C}">
      <dgm:prSet/>
      <dgm:spPr/>
      <dgm:t>
        <a:bodyPr/>
        <a:lstStyle/>
        <a:p>
          <a:endParaRPr lang="en-US"/>
        </a:p>
      </dgm:t>
    </dgm:pt>
    <dgm:pt modelId="{11985571-2BCD-4A84-A11E-8489595D1990}" type="sibTrans" cxnId="{EB4BE03C-070B-4010-9A04-AE7796C9F86C}">
      <dgm:prSet/>
      <dgm:spPr/>
      <dgm:t>
        <a:bodyPr/>
        <a:lstStyle/>
        <a:p>
          <a:endParaRPr lang="en-US"/>
        </a:p>
      </dgm:t>
    </dgm:pt>
    <dgm:pt modelId="{234D7654-E71C-46ED-9B94-405FFCF25C95}">
      <dgm:prSet phldrT="[Text]" phldr="0"/>
      <dgm:spPr/>
      <dgm:t>
        <a:bodyPr/>
        <a:lstStyle/>
        <a:p>
          <a:r>
            <a:rPr lang="en-US" b="1" dirty="0"/>
            <a:t>SCALE</a:t>
          </a:r>
        </a:p>
      </dgm:t>
    </dgm:pt>
    <dgm:pt modelId="{1C3A987E-F841-4EEF-82EE-2392C4AF5F32}" type="parTrans" cxnId="{308E8176-D67C-4554-A249-C8C03B444B8C}">
      <dgm:prSet/>
      <dgm:spPr/>
      <dgm:t>
        <a:bodyPr/>
        <a:lstStyle/>
        <a:p>
          <a:endParaRPr lang="en-US"/>
        </a:p>
      </dgm:t>
    </dgm:pt>
    <dgm:pt modelId="{65D455B7-B67A-487C-8EC3-314168F78E97}" type="sibTrans" cxnId="{308E8176-D67C-4554-A249-C8C03B444B8C}">
      <dgm:prSet/>
      <dgm:spPr/>
      <dgm:t>
        <a:bodyPr/>
        <a:lstStyle/>
        <a:p>
          <a:endParaRPr lang="en-US"/>
        </a:p>
      </dgm:t>
    </dgm:pt>
    <dgm:pt modelId="{926C7A8E-5F6A-41B7-9166-093FBBDC2162}">
      <dgm:prSet phldrT="[Text]" phldr="0"/>
      <dgm:spPr/>
      <dgm:t>
        <a:bodyPr/>
        <a:lstStyle/>
        <a:p>
          <a:r>
            <a:rPr lang="en-US" b="1" dirty="0"/>
            <a:t>INTEGRATE</a:t>
          </a:r>
        </a:p>
      </dgm:t>
    </dgm:pt>
    <dgm:pt modelId="{A141D359-290D-4159-9F00-B4842FA19BC9}" type="parTrans" cxnId="{24CDD287-2AD9-474B-ABAD-0CDBAAA9C7B0}">
      <dgm:prSet/>
      <dgm:spPr/>
      <dgm:t>
        <a:bodyPr/>
        <a:lstStyle/>
        <a:p>
          <a:endParaRPr lang="en-US"/>
        </a:p>
      </dgm:t>
    </dgm:pt>
    <dgm:pt modelId="{B10399C3-88CE-4FA7-8D2D-3B08F1EE6DDC}" type="sibTrans" cxnId="{24CDD287-2AD9-474B-ABAD-0CDBAAA9C7B0}">
      <dgm:prSet/>
      <dgm:spPr/>
      <dgm:t>
        <a:bodyPr/>
        <a:lstStyle/>
        <a:p>
          <a:endParaRPr lang="en-US"/>
        </a:p>
      </dgm:t>
    </dgm:pt>
    <dgm:pt modelId="{20AE25CE-8689-4227-8C4C-A9D93B8CC54C}">
      <dgm:prSet phldrT="[Text]" phldr="0"/>
      <dgm:spPr/>
      <dgm:t>
        <a:bodyPr/>
        <a:lstStyle/>
        <a:p>
          <a:r>
            <a:rPr lang="en-US" b="1" dirty="0"/>
            <a:t>SIMULATE</a:t>
          </a:r>
        </a:p>
      </dgm:t>
    </dgm:pt>
    <dgm:pt modelId="{A124D1AE-3FFD-49B7-910C-20DB6474EBB9}" type="parTrans" cxnId="{FE812465-2069-42E7-84B2-AA287A1B1B5A}">
      <dgm:prSet/>
      <dgm:spPr/>
      <dgm:t>
        <a:bodyPr/>
        <a:lstStyle/>
        <a:p>
          <a:endParaRPr lang="en-US"/>
        </a:p>
      </dgm:t>
    </dgm:pt>
    <dgm:pt modelId="{7233DAB8-F34F-4B10-B339-3326F6A9EB99}" type="sibTrans" cxnId="{FE812465-2069-42E7-84B2-AA287A1B1B5A}">
      <dgm:prSet/>
      <dgm:spPr/>
      <dgm:t>
        <a:bodyPr/>
        <a:lstStyle/>
        <a:p>
          <a:endParaRPr lang="en-US"/>
        </a:p>
      </dgm:t>
    </dgm:pt>
    <dgm:pt modelId="{2DF8EE19-11CF-4BCD-9219-B573097389B2}" type="pres">
      <dgm:prSet presAssocID="{5C6B45F4-CC25-49A3-BA2D-C1A61A16AB2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A1FDF22A-D488-42E3-83B2-7A1C648CB0C2}" type="pres">
      <dgm:prSet presAssocID="{561A8D5C-9CBC-4A6A-8BE1-0D2346196A9F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A12DB69-B252-4E06-9260-32A9A71F0892}" type="pres">
      <dgm:prSet presAssocID="{455D464E-2826-4449-B6C3-A13D3D0677F9}" presName="parTxOnlySpace" presStyleCnt="0"/>
      <dgm:spPr/>
      <dgm:t>
        <a:bodyPr/>
        <a:lstStyle/>
        <a:p>
          <a:endParaRPr lang="en-US"/>
        </a:p>
      </dgm:t>
    </dgm:pt>
    <dgm:pt modelId="{5DD01115-D564-43A7-A548-BD7BC390D27E}" type="pres">
      <dgm:prSet presAssocID="{6B32C357-6137-4206-BDE5-F7AA1DB5BF8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CF0ABF1-B432-4ACC-B2B8-53957C050E05}" type="pres">
      <dgm:prSet presAssocID="{11985571-2BCD-4A84-A11E-8489595D1990}" presName="parTxOnlySpace" presStyleCnt="0"/>
      <dgm:spPr/>
      <dgm:t>
        <a:bodyPr/>
        <a:lstStyle/>
        <a:p>
          <a:endParaRPr lang="en-US"/>
        </a:p>
      </dgm:t>
    </dgm:pt>
    <dgm:pt modelId="{55BF07D1-8FAC-4AE7-9917-2D5E52534C68}" type="pres">
      <dgm:prSet presAssocID="{234D7654-E71C-46ED-9B94-405FFCF25C95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7B0CACA-E5C7-49AB-861B-1ED7A7CBCE99}" type="pres">
      <dgm:prSet presAssocID="{65D455B7-B67A-487C-8EC3-314168F78E97}" presName="parTxOnlySpace" presStyleCnt="0"/>
      <dgm:spPr/>
      <dgm:t>
        <a:bodyPr/>
        <a:lstStyle/>
        <a:p>
          <a:endParaRPr lang="en-US"/>
        </a:p>
      </dgm:t>
    </dgm:pt>
    <dgm:pt modelId="{D8FD502B-CBCB-416B-AAFA-6E01023092C5}" type="pres">
      <dgm:prSet presAssocID="{926C7A8E-5F6A-41B7-9166-093FBBDC2162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DE569AE-1C75-4962-91DC-F1915A4B7A65}" type="pres">
      <dgm:prSet presAssocID="{B10399C3-88CE-4FA7-8D2D-3B08F1EE6DDC}" presName="parTxOnlySpace" presStyleCnt="0"/>
      <dgm:spPr/>
      <dgm:t>
        <a:bodyPr/>
        <a:lstStyle/>
        <a:p>
          <a:endParaRPr lang="en-US"/>
        </a:p>
      </dgm:t>
    </dgm:pt>
    <dgm:pt modelId="{609180E8-8443-42BA-9502-3579F7A49F8E}" type="pres">
      <dgm:prSet presAssocID="{20AE25CE-8689-4227-8C4C-A9D93B8CC54C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AA8E4559-BF74-41D8-B2C5-75DC9A433E43}" type="presOf" srcId="{5C6B45F4-CC25-49A3-BA2D-C1A61A16AB2B}" destId="{2DF8EE19-11CF-4BCD-9219-B573097389B2}" srcOrd="0" destOrd="0" presId="urn:microsoft.com/office/officeart/2005/8/layout/chevron1"/>
    <dgm:cxn modelId="{F290A52F-FBAA-439B-A225-BDD21B2EBC12}" type="presOf" srcId="{20AE25CE-8689-4227-8C4C-A9D93B8CC54C}" destId="{609180E8-8443-42BA-9502-3579F7A49F8E}" srcOrd="0" destOrd="0" presId="urn:microsoft.com/office/officeart/2005/8/layout/chevron1"/>
    <dgm:cxn modelId="{EB4BE03C-070B-4010-9A04-AE7796C9F86C}" srcId="{5C6B45F4-CC25-49A3-BA2D-C1A61A16AB2B}" destId="{6B32C357-6137-4206-BDE5-F7AA1DB5BF8E}" srcOrd="1" destOrd="0" parTransId="{85278354-9F4B-4946-9747-0E02C97D5CF2}" sibTransId="{11985571-2BCD-4A84-A11E-8489595D1990}"/>
    <dgm:cxn modelId="{A2AFE361-F431-4A88-A570-ECF533D28222}" type="presOf" srcId="{234D7654-E71C-46ED-9B94-405FFCF25C95}" destId="{55BF07D1-8FAC-4AE7-9917-2D5E52534C68}" srcOrd="0" destOrd="0" presId="urn:microsoft.com/office/officeart/2005/8/layout/chevron1"/>
    <dgm:cxn modelId="{24B9FC18-C783-423F-B16D-1F6751F1EDB0}" type="presOf" srcId="{561A8D5C-9CBC-4A6A-8BE1-0D2346196A9F}" destId="{A1FDF22A-D488-42E3-83B2-7A1C648CB0C2}" srcOrd="0" destOrd="0" presId="urn:microsoft.com/office/officeart/2005/8/layout/chevron1"/>
    <dgm:cxn modelId="{C4F1468B-CF25-4761-B4AD-1ADAA07FE27E}" type="presOf" srcId="{926C7A8E-5F6A-41B7-9166-093FBBDC2162}" destId="{D8FD502B-CBCB-416B-AAFA-6E01023092C5}" srcOrd="0" destOrd="0" presId="urn:microsoft.com/office/officeart/2005/8/layout/chevron1"/>
    <dgm:cxn modelId="{9B1990BA-D943-414C-A2BF-9FBA043E0BC7}" srcId="{5C6B45F4-CC25-49A3-BA2D-C1A61A16AB2B}" destId="{561A8D5C-9CBC-4A6A-8BE1-0D2346196A9F}" srcOrd="0" destOrd="0" parTransId="{B1A713DF-27CD-484F-B584-D15601526E4D}" sibTransId="{455D464E-2826-4449-B6C3-A13D3D0677F9}"/>
    <dgm:cxn modelId="{F310655C-0106-4940-87B4-E45F36B09013}" type="presOf" srcId="{6B32C357-6137-4206-BDE5-F7AA1DB5BF8E}" destId="{5DD01115-D564-43A7-A548-BD7BC390D27E}" srcOrd="0" destOrd="0" presId="urn:microsoft.com/office/officeart/2005/8/layout/chevron1"/>
    <dgm:cxn modelId="{FE812465-2069-42E7-84B2-AA287A1B1B5A}" srcId="{5C6B45F4-CC25-49A3-BA2D-C1A61A16AB2B}" destId="{20AE25CE-8689-4227-8C4C-A9D93B8CC54C}" srcOrd="4" destOrd="0" parTransId="{A124D1AE-3FFD-49B7-910C-20DB6474EBB9}" sibTransId="{7233DAB8-F34F-4B10-B339-3326F6A9EB99}"/>
    <dgm:cxn modelId="{24CDD287-2AD9-474B-ABAD-0CDBAAA9C7B0}" srcId="{5C6B45F4-CC25-49A3-BA2D-C1A61A16AB2B}" destId="{926C7A8E-5F6A-41B7-9166-093FBBDC2162}" srcOrd="3" destOrd="0" parTransId="{A141D359-290D-4159-9F00-B4842FA19BC9}" sibTransId="{B10399C3-88CE-4FA7-8D2D-3B08F1EE6DDC}"/>
    <dgm:cxn modelId="{308E8176-D67C-4554-A249-C8C03B444B8C}" srcId="{5C6B45F4-CC25-49A3-BA2D-C1A61A16AB2B}" destId="{234D7654-E71C-46ED-9B94-405FFCF25C95}" srcOrd="2" destOrd="0" parTransId="{1C3A987E-F841-4EEF-82EE-2392C4AF5F32}" sibTransId="{65D455B7-B67A-487C-8EC3-314168F78E97}"/>
    <dgm:cxn modelId="{578B464D-2E58-4D85-BCF8-B3E64D1B97CE}" type="presParOf" srcId="{2DF8EE19-11CF-4BCD-9219-B573097389B2}" destId="{A1FDF22A-D488-42E3-83B2-7A1C648CB0C2}" srcOrd="0" destOrd="0" presId="urn:microsoft.com/office/officeart/2005/8/layout/chevron1"/>
    <dgm:cxn modelId="{90EE0D67-8A1C-4BF5-930E-366F9587901A}" type="presParOf" srcId="{2DF8EE19-11CF-4BCD-9219-B573097389B2}" destId="{0A12DB69-B252-4E06-9260-32A9A71F0892}" srcOrd="1" destOrd="0" presId="urn:microsoft.com/office/officeart/2005/8/layout/chevron1"/>
    <dgm:cxn modelId="{C3282044-ACFB-4FA9-9915-B35D30447BD2}" type="presParOf" srcId="{2DF8EE19-11CF-4BCD-9219-B573097389B2}" destId="{5DD01115-D564-43A7-A548-BD7BC390D27E}" srcOrd="2" destOrd="0" presId="urn:microsoft.com/office/officeart/2005/8/layout/chevron1"/>
    <dgm:cxn modelId="{44A7B173-ABE7-489B-BC67-BD9AF51F289F}" type="presParOf" srcId="{2DF8EE19-11CF-4BCD-9219-B573097389B2}" destId="{ECF0ABF1-B432-4ACC-B2B8-53957C050E05}" srcOrd="3" destOrd="0" presId="urn:microsoft.com/office/officeart/2005/8/layout/chevron1"/>
    <dgm:cxn modelId="{13CB8CA0-48AA-46CC-B0F5-1EE2B9B6E6B2}" type="presParOf" srcId="{2DF8EE19-11CF-4BCD-9219-B573097389B2}" destId="{55BF07D1-8FAC-4AE7-9917-2D5E52534C68}" srcOrd="4" destOrd="0" presId="urn:microsoft.com/office/officeart/2005/8/layout/chevron1"/>
    <dgm:cxn modelId="{2171EB75-A49E-4D4F-9A71-9CD84D249662}" type="presParOf" srcId="{2DF8EE19-11CF-4BCD-9219-B573097389B2}" destId="{C7B0CACA-E5C7-49AB-861B-1ED7A7CBCE99}" srcOrd="5" destOrd="0" presId="urn:microsoft.com/office/officeart/2005/8/layout/chevron1"/>
    <dgm:cxn modelId="{418536B5-CE6D-4C3A-90A2-1E8B873DD3A5}" type="presParOf" srcId="{2DF8EE19-11CF-4BCD-9219-B573097389B2}" destId="{D8FD502B-CBCB-416B-AAFA-6E01023092C5}" srcOrd="6" destOrd="0" presId="urn:microsoft.com/office/officeart/2005/8/layout/chevron1"/>
    <dgm:cxn modelId="{FF1816CF-A6DF-4125-B6C3-51BCE854FF7C}" type="presParOf" srcId="{2DF8EE19-11CF-4BCD-9219-B573097389B2}" destId="{4DE569AE-1C75-4962-91DC-F1915A4B7A65}" srcOrd="7" destOrd="0" presId="urn:microsoft.com/office/officeart/2005/8/layout/chevron1"/>
    <dgm:cxn modelId="{E3F31DE5-A812-40AF-98F5-FE77D7F59760}" type="presParOf" srcId="{2DF8EE19-11CF-4BCD-9219-B573097389B2}" destId="{609180E8-8443-42BA-9502-3579F7A49F8E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xmlns="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1FDF22A-D488-42E3-83B2-7A1C648CB0C2}">
      <dsp:nvSpPr>
        <dsp:cNvPr id="0" name=""/>
        <dsp:cNvSpPr/>
      </dsp:nvSpPr>
      <dsp:spPr>
        <a:xfrm>
          <a:off x="2363" y="815539"/>
          <a:ext cx="2103372" cy="8413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/>
            <a:t>MONITOR</a:t>
          </a:r>
        </a:p>
      </dsp:txBody>
      <dsp:txXfrm>
        <a:off x="2363" y="815539"/>
        <a:ext cx="2103372" cy="841349"/>
      </dsp:txXfrm>
    </dsp:sp>
    <dsp:sp modelId="{5DD01115-D564-43A7-A548-BD7BC390D27E}">
      <dsp:nvSpPr>
        <dsp:cNvPr id="0" name=""/>
        <dsp:cNvSpPr/>
      </dsp:nvSpPr>
      <dsp:spPr>
        <a:xfrm>
          <a:off x="1895398" y="815539"/>
          <a:ext cx="2103372" cy="8413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/>
            <a:t>PREDICT</a:t>
          </a:r>
        </a:p>
      </dsp:txBody>
      <dsp:txXfrm>
        <a:off x="1895398" y="815539"/>
        <a:ext cx="2103372" cy="841349"/>
      </dsp:txXfrm>
    </dsp:sp>
    <dsp:sp modelId="{55BF07D1-8FAC-4AE7-9917-2D5E52534C68}">
      <dsp:nvSpPr>
        <dsp:cNvPr id="0" name=""/>
        <dsp:cNvSpPr/>
      </dsp:nvSpPr>
      <dsp:spPr>
        <a:xfrm>
          <a:off x="3788434" y="815539"/>
          <a:ext cx="2103372" cy="8413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/>
            <a:t>SCALE</a:t>
          </a:r>
        </a:p>
      </dsp:txBody>
      <dsp:txXfrm>
        <a:off x="3788434" y="815539"/>
        <a:ext cx="2103372" cy="841349"/>
      </dsp:txXfrm>
    </dsp:sp>
    <dsp:sp modelId="{D8FD502B-CBCB-416B-AAFA-6E01023092C5}">
      <dsp:nvSpPr>
        <dsp:cNvPr id="0" name=""/>
        <dsp:cNvSpPr/>
      </dsp:nvSpPr>
      <dsp:spPr>
        <a:xfrm>
          <a:off x="5681469" y="815539"/>
          <a:ext cx="2103372" cy="8413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/>
            <a:t>INTEGRATE</a:t>
          </a:r>
        </a:p>
      </dsp:txBody>
      <dsp:txXfrm>
        <a:off x="5681469" y="815539"/>
        <a:ext cx="2103372" cy="841349"/>
      </dsp:txXfrm>
    </dsp:sp>
    <dsp:sp modelId="{609180E8-8443-42BA-9502-3579F7A49F8E}">
      <dsp:nvSpPr>
        <dsp:cNvPr id="0" name=""/>
        <dsp:cNvSpPr/>
      </dsp:nvSpPr>
      <dsp:spPr>
        <a:xfrm>
          <a:off x="7574504" y="815539"/>
          <a:ext cx="2103372" cy="8413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/>
            <a:t>SIMULATE</a:t>
          </a:r>
        </a:p>
      </dsp:txBody>
      <dsp:txXfrm>
        <a:off x="7574504" y="815539"/>
        <a:ext cx="2103372" cy="841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3523024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2739126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a92dba19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6" name="Google Shape;96;g38a92dba19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38a92dba19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2132922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1599307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2251009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17987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49667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a92dba19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0" name="Google Shape;160;g38a92dba19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8a92dba194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2278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1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3.png"/><Relationship Id="rId10" Type="http://schemas.microsoft.com/office/2007/relationships/diagramDrawing" Target="../diagrams/drawing1.xml"/><Relationship Id="rId4" Type="http://schemas.openxmlformats.org/officeDocument/2006/relationships/image" Target="../media/image2.jpeg"/><Relationship Id="rId9" Type="http://schemas.openxmlformats.org/officeDocument/2006/relationships/diagramColors" Target="../diagrams/colors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  <a:lum/>
          </a:blip>
          <a:srcRect/>
          <a:stretch>
            <a:fillRect t="-44000" b="-44000"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4241600" y="0"/>
            <a:ext cx="5106000" cy="107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xfrm>
            <a:off x="3402455" y="0"/>
            <a:ext cx="5303400" cy="1200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1B51F2"/>
                </a:solidFill>
                <a:latin typeface="Inter"/>
                <a:ea typeface="Inter"/>
                <a:cs typeface="Inter"/>
                <a:sym typeface="Inter"/>
              </a:rPr>
              <a:t>Kone Elevate</a:t>
            </a:r>
            <a:endParaRPr sz="4200" b="1">
              <a:solidFill>
                <a:srgbClr val="1B51F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31275" y="1903150"/>
            <a:ext cx="770582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Team Name: </a:t>
            </a:r>
            <a:r>
              <a:rPr lang="en-US" sz="240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ElevateX</a:t>
            </a:r>
            <a:endParaRPr sz="24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Institution Name: Panimalar Engineering College</a:t>
            </a:r>
            <a:endParaRPr sz="24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Team Members:</a:t>
            </a:r>
            <a:endParaRPr sz="24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91" name="Google Shape;91;p13"/>
          <p:cNvGraphicFramePr/>
          <p:nvPr>
            <p:extLst>
              <p:ext uri="{D42A27DB-BD31-4B8C-83A1-F6EECF244321}">
                <p14:modId xmlns="" xmlns:p14="http://schemas.microsoft.com/office/powerpoint/2010/main" val="2619329043"/>
              </p:ext>
            </p:extLst>
          </p:nvPr>
        </p:nvGraphicFramePr>
        <p:xfrm>
          <a:off x="609436" y="4211434"/>
          <a:ext cx="9941662" cy="1950600"/>
        </p:xfrm>
        <a:graphic>
          <a:graphicData uri="http://schemas.openxmlformats.org/drawingml/2006/table">
            <a:tbl>
              <a:tblPr>
                <a:noFill/>
                <a:tableStyleId>{6415CFCC-DB51-425A-9DCD-E13D82D14637}</a:tableStyleId>
              </a:tblPr>
              <a:tblGrid>
                <a:gridCol w="24284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94044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5727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Kanishka J</a:t>
                      </a:r>
                      <a:endParaRPr sz="2000" dirty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  <a:cs typeface="Arial"/>
                          <a:sym typeface="Arial"/>
                        </a:rPr>
                        <a:t>kanishkasujan5@gmail.com</a:t>
                      </a:r>
                      <a:endParaRPr sz="2000" dirty="0">
                        <a:latin typeface="Inter" panose="020B0604020202020204" charset="0"/>
                        <a:ea typeface="Inter" panose="020B0604020202020204" charset="0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+91 82709 45692</a:t>
                      </a:r>
                      <a:endParaRPr sz="2000" dirty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Harsha Vardhini R</a:t>
                      </a:r>
                      <a:endParaRPr sz="2000" dirty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  <a:cs typeface="Arial"/>
                          <a:sym typeface="Arial"/>
                        </a:rPr>
                        <a:t>vardhinirh@gmail.com</a:t>
                      </a:r>
                      <a:endParaRPr sz="2000" dirty="0">
                        <a:latin typeface="Inter" panose="020B0604020202020204" charset="0"/>
                        <a:ea typeface="Inter" panose="020B0604020202020204" charset="0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+91 72009 02468</a:t>
                      </a:r>
                      <a:endParaRPr sz="2000" dirty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Janavi M</a:t>
                      </a:r>
                      <a:endParaRPr sz="2000" dirty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  <a:cs typeface="Arial"/>
                          <a:sym typeface="Arial"/>
                        </a:rPr>
                        <a:t>janavim25@gmail.com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+91 99446 34188</a:t>
                      </a:r>
                      <a:endParaRPr sz="2000" dirty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Ishana K</a:t>
                      </a:r>
                      <a:endParaRPr sz="2000" dirty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ishanakarunakaran@gmail.com</a:t>
                      </a:r>
                      <a:endParaRPr sz="2000" dirty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+91 94448 27622</a:t>
                      </a:r>
                      <a:endParaRPr sz="2000" dirty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92" name="Google Shape;9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19695" y="191025"/>
            <a:ext cx="2062807" cy="79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275" y="191025"/>
            <a:ext cx="2381123" cy="79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  <a:lum/>
          </a:blip>
          <a:srcRect/>
          <a:stretch>
            <a:fillRect t="-27000" b="-27000"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2" name="Google Shape;10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19695" y="191025"/>
            <a:ext cx="2062807" cy="79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275" y="191025"/>
            <a:ext cx="2381123" cy="79875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1B51F2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3570217" y="1"/>
            <a:ext cx="4002157" cy="1042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smtClean="0">
                <a:latin typeface="Aptos Display" panose="020B0004020202020204" pitchFamily="34" charset="0"/>
                <a:ea typeface="Inter"/>
                <a:cs typeface="Inter"/>
                <a:sym typeface="Inter"/>
              </a:rPr>
              <a:t>   </a:t>
            </a:r>
            <a:r>
              <a:rPr lang="en-US" b="1" dirty="0" err="1" smtClean="0">
                <a:latin typeface="Aptos Display" panose="020B0004020202020204" pitchFamily="34" charset="0"/>
                <a:ea typeface="Inter"/>
                <a:cs typeface="Inter"/>
                <a:sym typeface="Inter"/>
              </a:rPr>
              <a:t>ElevateX</a:t>
            </a:r>
            <a:endParaRPr b="1" dirty="0">
              <a:latin typeface="Aptos Display" panose="020B000402020202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4"/>
          <p:cNvSpPr txBox="1">
            <a:spLocks noGrp="1"/>
          </p:cNvSpPr>
          <p:nvPr>
            <p:ph type="ftr" idx="11"/>
          </p:nvPr>
        </p:nvSpPr>
        <p:spPr>
          <a:xfrm>
            <a:off x="3885900" y="64237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dirty="0">
                <a:solidFill>
                  <a:srgbClr val="FFFFFF"/>
                </a:solidFill>
              </a:rPr>
              <a:t>ELEVATE X  :  RAILGUARD AI</a:t>
            </a: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sldNum" idx="12"/>
          </p:nvPr>
        </p:nvSpPr>
        <p:spPr>
          <a:xfrm>
            <a:off x="8824253" y="6430627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swald"/>
                <a:buNone/>
              </a:pPr>
              <a:t>2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B8B3B0E-A06F-3C1E-91B2-3D4E1B253BA6}"/>
              </a:ext>
            </a:extLst>
          </p:cNvPr>
          <p:cNvSpPr txBox="1"/>
          <p:nvPr/>
        </p:nvSpPr>
        <p:spPr>
          <a:xfrm>
            <a:off x="385011" y="1104525"/>
            <a:ext cx="1145932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 </a:t>
            </a:r>
            <a:r>
              <a:rPr lang="en-US" sz="3200" b="1" dirty="0" smtClean="0"/>
              <a:t>                               </a:t>
            </a:r>
            <a:r>
              <a:rPr lang="en-US" sz="3200" b="1" dirty="0" smtClean="0"/>
              <a:t>     </a:t>
            </a:r>
            <a:r>
              <a:rPr lang="en-US" sz="3200" b="1" dirty="0" err="1" smtClean="0">
                <a:latin typeface="Aptos Display" panose="020B0004020202020204" pitchFamily="34" charset="0"/>
              </a:rPr>
              <a:t>RailGuard</a:t>
            </a:r>
            <a:r>
              <a:rPr lang="en-US" sz="3200" b="1" dirty="0" smtClean="0">
                <a:latin typeface="Aptos Display" panose="020B0004020202020204" pitchFamily="34" charset="0"/>
              </a:rPr>
              <a:t> AI</a:t>
            </a:r>
            <a:endParaRPr lang="en-US" sz="3200" b="1" dirty="0" smtClean="0">
              <a:latin typeface="Aptos Display" panose="020B0004020202020204" pitchFamily="34" charset="0"/>
            </a:endParaRPr>
          </a:p>
          <a:p>
            <a:r>
              <a:rPr lang="en-US" sz="3200" b="1" dirty="0" smtClean="0">
                <a:latin typeface="Aptos Display" panose="020B0004020202020204" pitchFamily="34" charset="0"/>
              </a:rPr>
              <a:t>    </a:t>
            </a:r>
            <a:r>
              <a:rPr lang="en-US" sz="3200" b="1" dirty="0" smtClean="0">
                <a:latin typeface="Aptos Display" panose="020B0004020202020204" pitchFamily="34" charset="0"/>
              </a:rPr>
              <a:t>     </a:t>
            </a:r>
            <a:r>
              <a:rPr lang="en-US" sz="3200" b="1" dirty="0" smtClean="0">
                <a:latin typeface="Aptos Display" panose="020B0004020202020204" pitchFamily="34" charset="0"/>
              </a:rPr>
              <a:t>“</a:t>
            </a:r>
            <a:r>
              <a:rPr lang="en-US" sz="2800" b="1" dirty="0" smtClean="0">
                <a:latin typeface="Aptos Display" panose="020B0004020202020204" pitchFamily="34" charset="0"/>
              </a:rPr>
              <a:t>Turning every elevator ride into a rail </a:t>
            </a:r>
            <a:r>
              <a:rPr lang="en-US" sz="2800" b="1" dirty="0" err="1" smtClean="0">
                <a:latin typeface="Aptos Display" panose="020B0004020202020204" pitchFamily="34" charset="0"/>
              </a:rPr>
              <a:t>healtcheckup</a:t>
            </a:r>
            <a:r>
              <a:rPr lang="en-US" sz="3200" b="1" dirty="0" smtClean="0">
                <a:latin typeface="Aptos Display" panose="020B0004020202020204" pitchFamily="34" charset="0"/>
              </a:rPr>
              <a:t>”</a:t>
            </a:r>
            <a:r>
              <a:rPr lang="en-US" sz="2000" b="1" dirty="0">
                <a:latin typeface="Aptos Display" panose="020B0004020202020204" pitchFamily="34" charset="0"/>
              </a:rPr>
              <a:t/>
            </a:r>
            <a:br>
              <a:rPr lang="en-US" sz="2000" b="1" dirty="0">
                <a:latin typeface="Aptos Display" panose="020B0004020202020204" pitchFamily="34" charset="0"/>
              </a:rPr>
            </a:br>
            <a:r>
              <a:rPr lang="en-US" sz="2000" b="1" dirty="0" smtClean="0">
                <a:latin typeface="Aptos Display" panose="020B0004020202020204" pitchFamily="34" charset="0"/>
              </a:rPr>
              <a:t>  </a:t>
            </a:r>
          </a:p>
          <a:p>
            <a:r>
              <a:rPr lang="en-US" sz="2000" b="1" dirty="0">
                <a:latin typeface="Aptos Display" panose="020B0004020202020204" pitchFamily="34" charset="0"/>
              </a:rPr>
              <a:t> </a:t>
            </a:r>
            <a:r>
              <a:rPr lang="en-US" sz="2000" b="1" dirty="0" smtClean="0">
                <a:latin typeface="Aptos Display" panose="020B0004020202020204" pitchFamily="34" charset="0"/>
              </a:rPr>
              <a:t>   </a:t>
            </a:r>
            <a:endParaRPr lang="en-US" sz="2800" b="1" dirty="0"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41B4874-29BA-7ECF-0918-3BE9FB3E2D6E}"/>
              </a:ext>
            </a:extLst>
          </p:cNvPr>
          <p:cNvSpPr txBox="1"/>
          <p:nvPr/>
        </p:nvSpPr>
        <p:spPr>
          <a:xfrm>
            <a:off x="561474" y="2414588"/>
            <a:ext cx="35894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The Problem</a:t>
            </a:r>
            <a:r>
              <a:rPr lang="en-US" sz="3200" b="1" dirty="0" smtClean="0"/>
              <a:t>: </a:t>
            </a:r>
            <a:endParaRPr 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A491871-600A-8AF7-E95E-D8EDEA923757}"/>
              </a:ext>
            </a:extLst>
          </p:cNvPr>
          <p:cNvSpPr txBox="1"/>
          <p:nvPr/>
        </p:nvSpPr>
        <p:spPr>
          <a:xfrm>
            <a:off x="866274" y="2928938"/>
            <a:ext cx="999433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Guide-rail misalignment, loosened brackets and abnormal vibration </a:t>
            </a:r>
            <a:r>
              <a:rPr lang="en-US" sz="2400" dirty="0" smtClean="0">
                <a:latin typeface="Aptos" panose="020B0004020202020204" pitchFamily="34" charset="0"/>
              </a:rPr>
              <a:t>can develop gradually, affecting elevator ride quality, </a:t>
            </a:r>
            <a:r>
              <a:rPr lang="en-US" sz="2400" dirty="0">
                <a:latin typeface="Aptos" panose="020B0004020202020204" pitchFamily="34" charset="0"/>
              </a:rPr>
              <a:t>reliability and maintenance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1FE9C2C-779F-8EA6-C18C-EFEDF8407484}"/>
              </a:ext>
            </a:extLst>
          </p:cNvPr>
          <p:cNvSpPr txBox="1"/>
          <p:nvPr/>
        </p:nvSpPr>
        <p:spPr>
          <a:xfrm>
            <a:off x="561474" y="4143375"/>
            <a:ext cx="2421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ptos Display" panose="020B0004020202020204" pitchFamily="34" charset="0"/>
              </a:rPr>
              <a:t>Our Idea: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4DAA9C3-6BBC-9C4F-6DB0-DDCAB44ADD09}"/>
              </a:ext>
            </a:extLst>
          </p:cNvPr>
          <p:cNvSpPr txBox="1"/>
          <p:nvPr/>
        </p:nvSpPr>
        <p:spPr>
          <a:xfrm>
            <a:off x="866274" y="4700588"/>
            <a:ext cx="9496926" cy="1626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/>
              </a:rPr>
              <a:t>A sensor-based monitoring </a:t>
            </a:r>
            <a:r>
              <a:rPr lang="en-US" sz="2400" dirty="0" smtClean="0">
                <a:latin typeface="Aptos" panose="020B0004020202020204"/>
              </a:rPr>
              <a:t>system continuously </a:t>
            </a:r>
            <a:r>
              <a:rPr lang="en-US" sz="2400" dirty="0">
                <a:latin typeface="Aptos" panose="020B0004020202020204"/>
              </a:rPr>
              <a:t>captures </a:t>
            </a:r>
            <a:r>
              <a:rPr lang="en-US" sz="2400" b="1" dirty="0">
                <a:latin typeface="Aptos" panose="020B0004020202020204"/>
              </a:rPr>
              <a:t>alignment + vibration data</a:t>
            </a:r>
            <a:r>
              <a:rPr lang="en-US" sz="2400" dirty="0">
                <a:latin typeface="Aptos" panose="020B0004020202020204"/>
              </a:rPr>
              <a:t> during elevator </a:t>
            </a:r>
            <a:r>
              <a:rPr lang="en-US" sz="2400" dirty="0" smtClean="0">
                <a:latin typeface="Aptos" panose="020B0004020202020204"/>
              </a:rPr>
              <a:t>operation uses </a:t>
            </a:r>
            <a:r>
              <a:rPr lang="en-US" sz="2400" dirty="0">
                <a:latin typeface="Aptos" panose="020B0004020202020204"/>
              </a:rPr>
              <a:t>anomaly detection to identify abnormal conditions early </a:t>
            </a:r>
            <a:endParaRPr lang="en-US" sz="2400" dirty="0" smtClean="0">
              <a:latin typeface="Aptos" panose="020B0004020202020204"/>
            </a:endParaRPr>
          </a:p>
          <a:p>
            <a:r>
              <a:rPr lang="en-US" sz="2400" dirty="0" smtClean="0">
                <a:latin typeface="Aptos" panose="020B0004020202020204"/>
              </a:rPr>
              <a:t>[</a:t>
            </a:r>
            <a:r>
              <a:rPr lang="en-US" sz="2400" dirty="0">
                <a:latin typeface="Aptos" panose="020B0004020202020204"/>
              </a:rPr>
              <a:t>car-as-sensor]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3204249" y="18900"/>
            <a:ext cx="558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Inter"/>
                <a:ea typeface="Inter"/>
                <a:cs typeface="Inter"/>
                <a:sym typeface="Inter"/>
              </a:rPr>
              <a:t>PROPOSED SOLUTION</a:t>
            </a:r>
            <a:endParaRPr b="1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5" name="Google Shape;115;p15"/>
          <p:cNvSpPr txBox="1">
            <a:spLocks noGrp="1"/>
          </p:cNvSpPr>
          <p:nvPr>
            <p:ph type="ftr" idx="11"/>
          </p:nvPr>
        </p:nvSpPr>
        <p:spPr>
          <a:xfrm>
            <a:off x="4394949" y="6538915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646016" y="2115982"/>
            <a:ext cx="8991599" cy="2708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algn="just"/>
            <a:r>
              <a:rPr lang="en-US" sz="2800" dirty="0"/>
              <a:t>📡 </a:t>
            </a:r>
            <a:r>
              <a:rPr lang="en-US" sz="2800" b="1" dirty="0">
                <a:latin typeface="Aptos Display" panose="020B0004020202020204" pitchFamily="34" charset="0"/>
              </a:rPr>
              <a:t>Sense</a:t>
            </a:r>
            <a:r>
              <a:rPr lang="en-US" sz="2400" b="1" dirty="0">
                <a:latin typeface="Aptos Display" panose="020B0004020202020204" pitchFamily="34" charset="0"/>
              </a:rPr>
              <a:t>:      </a:t>
            </a:r>
            <a:r>
              <a:rPr lang="en-US" sz="2400" dirty="0">
                <a:latin typeface="Aptos" panose="020B0004020202020204" pitchFamily="34" charset="0"/>
              </a:rPr>
              <a:t>Monitor rail </a:t>
            </a:r>
            <a:r>
              <a:rPr lang="en-US" sz="2400" b="1" dirty="0">
                <a:latin typeface="Aptos" panose="020B0004020202020204" pitchFamily="34" charset="0"/>
              </a:rPr>
              <a:t>alignment + vibration</a:t>
            </a:r>
          </a:p>
          <a:p>
            <a:pPr marL="457200" lvl="0" algn="just"/>
            <a:r>
              <a:rPr lang="en-US" sz="2800" dirty="0"/>
              <a:t>🧠 </a:t>
            </a:r>
            <a:r>
              <a:rPr lang="en-US" sz="2800" b="1" dirty="0">
                <a:latin typeface="Aptos Display" panose="020B0004020202020204" pitchFamily="34" charset="0"/>
              </a:rPr>
              <a:t>Analyze:</a:t>
            </a:r>
            <a:r>
              <a:rPr lang="en-US" sz="2400" b="1" dirty="0">
                <a:latin typeface="Aptos Display" panose="020B0004020202020204" pitchFamily="34" charset="0"/>
              </a:rPr>
              <a:t> </a:t>
            </a:r>
            <a:r>
              <a:rPr lang="en-US" sz="2400" dirty="0" smtClean="0">
                <a:latin typeface="Aptos" panose="020B0004020202020204" pitchFamily="34" charset="0"/>
              </a:rPr>
              <a:t>Compare data with learned </a:t>
            </a:r>
            <a:r>
              <a:rPr lang="en-US" sz="2400" b="1" dirty="0" smtClean="0">
                <a:latin typeface="Aptos" panose="020B0004020202020204" pitchFamily="34" charset="0"/>
              </a:rPr>
              <a:t>normal baseline</a:t>
            </a:r>
            <a:endParaRPr lang="en-US" sz="2400" b="1" dirty="0">
              <a:latin typeface="Aptos" panose="020B0004020202020204" pitchFamily="34" charset="0"/>
            </a:endParaRPr>
          </a:p>
          <a:p>
            <a:pPr marL="457200" lvl="0" algn="just"/>
            <a:r>
              <a:rPr lang="en-US" sz="2800" dirty="0" smtClean="0"/>
              <a:t>⚠  </a:t>
            </a:r>
            <a:r>
              <a:rPr lang="en-US" sz="2800" b="1" dirty="0" smtClean="0">
                <a:latin typeface="Aptos Display" panose="020B0004020202020204" pitchFamily="34" charset="0"/>
              </a:rPr>
              <a:t>Detect</a:t>
            </a:r>
            <a:r>
              <a:rPr lang="en-US" sz="2800" b="1" dirty="0">
                <a:latin typeface="Aptos Display" panose="020B0004020202020204" pitchFamily="34" charset="0"/>
              </a:rPr>
              <a:t>:   </a:t>
            </a:r>
            <a:r>
              <a:rPr lang="en-US" sz="2400" dirty="0">
                <a:latin typeface="Aptos" panose="020B0004020202020204" pitchFamily="34" charset="0"/>
              </a:rPr>
              <a:t>Identify</a:t>
            </a:r>
            <a:r>
              <a:rPr lang="en-US" sz="2800" b="1" dirty="0">
                <a:latin typeface="Aptos Display" panose="020B0004020202020204" pitchFamily="34" charset="0"/>
              </a:rPr>
              <a:t> </a:t>
            </a:r>
            <a:r>
              <a:rPr lang="en-US" sz="2400" b="1" dirty="0"/>
              <a:t>abnormal patterns</a:t>
            </a:r>
          </a:p>
          <a:p>
            <a:pPr marL="457200" lvl="0" algn="just"/>
            <a:r>
              <a:rPr lang="en-US" sz="2800" dirty="0"/>
              <a:t>🔔 </a:t>
            </a:r>
            <a:r>
              <a:rPr lang="en-US" sz="2800" b="1" dirty="0">
                <a:latin typeface="Aptos Display" panose="020B0004020202020204" pitchFamily="34" charset="0"/>
              </a:rPr>
              <a:t>Alert:      </a:t>
            </a:r>
            <a:r>
              <a:rPr lang="en-US" sz="2400" dirty="0"/>
              <a:t>Generate </a:t>
            </a:r>
            <a:r>
              <a:rPr lang="en-US" sz="2400" b="1" dirty="0"/>
              <a:t>early </a:t>
            </a:r>
            <a:r>
              <a:rPr lang="en-US" sz="2400" b="1" dirty="0" smtClean="0"/>
              <a:t>warnings</a:t>
            </a:r>
          </a:p>
          <a:p>
            <a:pPr marL="457200" lvl="0" algn="just"/>
            <a:r>
              <a:rPr lang="en-US" sz="2800" b="1" dirty="0" smtClean="0">
                <a:latin typeface="Aptos Display" panose="020B0004020202020204"/>
              </a:rPr>
              <a:t>Maintenance</a:t>
            </a:r>
            <a:r>
              <a:rPr lang="en-US" sz="2400" b="1" dirty="0" smtClean="0">
                <a:latin typeface="Aptos Display" panose="020B0004020202020204"/>
              </a:rPr>
              <a:t>:  </a:t>
            </a:r>
            <a:r>
              <a:rPr lang="en-US" sz="2400" b="1" dirty="0" err="1" smtClean="0">
                <a:latin typeface="+mj-lt"/>
              </a:rPr>
              <a:t>Chatbot</a:t>
            </a:r>
            <a:r>
              <a:rPr lang="en-US" sz="2400" b="1" dirty="0" smtClean="0">
                <a:latin typeface="+mj-lt"/>
              </a:rPr>
              <a:t> Dashboard </a:t>
            </a:r>
            <a:r>
              <a:rPr lang="en-US" sz="2400" dirty="0" smtClean="0">
                <a:latin typeface="+mj-lt"/>
              </a:rPr>
              <a:t>guides technician</a:t>
            </a:r>
            <a:endParaRPr lang="en-US" sz="2400" b="1" dirty="0">
              <a:latin typeface="+mj-lt"/>
            </a:endParaRPr>
          </a:p>
          <a:p>
            <a:pPr marL="457200" lvl="0" algn="just"/>
            <a:endParaRPr lang="en-US" sz="2400" b="1" dirty="0"/>
          </a:p>
        </p:txBody>
      </p:sp>
      <p:pic>
        <p:nvPicPr>
          <p:cNvPr id="117" name="Google Shape;11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6491" y="135696"/>
            <a:ext cx="2062807" cy="79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275" y="244910"/>
            <a:ext cx="2381123" cy="7987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1B51F2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>
            <a:spLocks noGrp="1"/>
          </p:cNvSpPr>
          <p:nvPr>
            <p:ph type="ftr" idx="11"/>
          </p:nvPr>
        </p:nvSpPr>
        <p:spPr>
          <a:xfrm>
            <a:off x="3885900" y="64237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r>
              <a:rPr lang="en-US">
                <a:solidFill>
                  <a:srgbClr val="FFFFFF"/>
                </a:solidFill>
              </a:rPr>
              <a:t>ELEVATE X  :  RAILGUARD AI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1" name="Google Shape;121;p15"/>
          <p:cNvSpPr txBox="1">
            <a:spLocks noGrp="1"/>
          </p:cNvSpPr>
          <p:nvPr>
            <p:ph type="sldNum" idx="12"/>
          </p:nvPr>
        </p:nvSpPr>
        <p:spPr>
          <a:xfrm>
            <a:off x="8824253" y="6430627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swald"/>
                <a:buNone/>
              </a:pPr>
              <a:t>3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897BF95-8325-6AB7-F2C5-288569ECD3D5}"/>
              </a:ext>
            </a:extLst>
          </p:cNvPr>
          <p:cNvSpPr txBox="1"/>
          <p:nvPr/>
        </p:nvSpPr>
        <p:spPr>
          <a:xfrm>
            <a:off x="4617328" y="934445"/>
            <a:ext cx="27592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RailGuard</a:t>
            </a:r>
            <a:r>
              <a:rPr lang="en-US" sz="3200" b="1" dirty="0"/>
              <a:t> AI</a:t>
            </a:r>
            <a:endParaRPr lang="en-US" sz="3200" b="1" dirty="0">
              <a:latin typeface="Aptos Display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3683FF36-9F8A-64BE-2192-43184CE2694E}"/>
              </a:ext>
            </a:extLst>
          </p:cNvPr>
          <p:cNvSpPr/>
          <p:nvPr/>
        </p:nvSpPr>
        <p:spPr>
          <a:xfrm>
            <a:off x="9519695" y="1285427"/>
            <a:ext cx="1676400" cy="7987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ptos Display" panose="020B0004020202020204" pitchFamily="34" charset="0"/>
              </a:rPr>
              <a:t>SENSE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E14EB602-679E-0F79-53FA-18A2D7486845}"/>
              </a:ext>
            </a:extLst>
          </p:cNvPr>
          <p:cNvSpPr/>
          <p:nvPr/>
        </p:nvSpPr>
        <p:spPr>
          <a:xfrm>
            <a:off x="9519695" y="2561390"/>
            <a:ext cx="1676400" cy="867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ptos Display" panose="020B0004020202020204" pitchFamily="34" charset="0"/>
              </a:rPr>
              <a:t>ANALYZE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F7CE30A3-03D0-D844-E10A-FBAE5DD7AFEA}"/>
              </a:ext>
            </a:extLst>
          </p:cNvPr>
          <p:cNvSpPr/>
          <p:nvPr/>
        </p:nvSpPr>
        <p:spPr>
          <a:xfrm>
            <a:off x="9519695" y="3837353"/>
            <a:ext cx="1676400" cy="7987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ptos Display" panose="020B0004020202020204" pitchFamily="34" charset="0"/>
              </a:rPr>
              <a:t>DETECT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xmlns="" id="{C7E5FD77-A4F4-8EF6-B1AA-20E07A78BC56}"/>
              </a:ext>
            </a:extLst>
          </p:cNvPr>
          <p:cNvSpPr/>
          <p:nvPr/>
        </p:nvSpPr>
        <p:spPr>
          <a:xfrm>
            <a:off x="9519695" y="5260360"/>
            <a:ext cx="1676400" cy="7987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ptos Display" panose="020B0004020202020204" pitchFamily="34" charset="0"/>
              </a:rPr>
              <a:t>ALERT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50340827-74FE-50D2-D36F-3D88D8406A41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10357895" y="2084176"/>
            <a:ext cx="0" cy="477214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BE8C54F9-B3A0-6E7B-B4BF-4BDC4D7972F1}"/>
              </a:ext>
            </a:extLst>
          </p:cNvPr>
          <p:cNvCxnSpPr>
            <a:cxnSpLocks/>
          </p:cNvCxnSpPr>
          <p:nvPr/>
        </p:nvCxnSpPr>
        <p:spPr>
          <a:xfrm>
            <a:off x="10306869" y="3360139"/>
            <a:ext cx="0" cy="477214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BEAF378A-1527-E4C8-2B04-57A7BB9AD8D8}"/>
              </a:ext>
            </a:extLst>
          </p:cNvPr>
          <p:cNvCxnSpPr>
            <a:cxnSpLocks/>
          </p:cNvCxnSpPr>
          <p:nvPr/>
        </p:nvCxnSpPr>
        <p:spPr>
          <a:xfrm>
            <a:off x="10306869" y="4636102"/>
            <a:ext cx="0" cy="624258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6016" y="5117432"/>
            <a:ext cx="8497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Runs automatically on every ride- no manual inspection, no extra rail hardware</a:t>
            </a:r>
            <a:endParaRPr lang="en-IN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  <a:lum/>
          </a:blip>
          <a:srcRect/>
          <a:stretch>
            <a:fillRect t="-95000" b="-95000"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xmlns="" id="{F7B312B7-2A6E-139B-9F0D-A2DF2154879C}"/>
              </a:ext>
            </a:extLst>
          </p:cNvPr>
          <p:cNvSpPr/>
          <p:nvPr/>
        </p:nvSpPr>
        <p:spPr>
          <a:xfrm>
            <a:off x="8192969" y="1998328"/>
            <a:ext cx="3686760" cy="2771937"/>
          </a:xfrm>
          <a:prstGeom prst="roundRect">
            <a:avLst/>
          </a:prstGeom>
          <a:solidFill>
            <a:srgbClr val="F3F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xmlns="" id="{E39AE104-8933-9EB6-B716-9EE3C20D550A}"/>
              </a:ext>
            </a:extLst>
          </p:cNvPr>
          <p:cNvSpPr/>
          <p:nvPr/>
        </p:nvSpPr>
        <p:spPr>
          <a:xfrm>
            <a:off x="4498735" y="1979497"/>
            <a:ext cx="3686760" cy="2771937"/>
          </a:xfrm>
          <a:prstGeom prst="roundRect">
            <a:avLst/>
          </a:prstGeom>
          <a:solidFill>
            <a:srgbClr val="F3F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xmlns="" id="{2EBC1AC9-13A6-16D2-22D9-3E779DE3F744}"/>
              </a:ext>
            </a:extLst>
          </p:cNvPr>
          <p:cNvSpPr/>
          <p:nvPr/>
        </p:nvSpPr>
        <p:spPr>
          <a:xfrm>
            <a:off x="586673" y="1893435"/>
            <a:ext cx="3686760" cy="2771937"/>
          </a:xfrm>
          <a:prstGeom prst="roundRect">
            <a:avLst/>
          </a:prstGeom>
          <a:solidFill>
            <a:srgbClr val="F3F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2673150" y="18900"/>
            <a:ext cx="6845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Inter"/>
                <a:ea typeface="Inter"/>
                <a:cs typeface="Inter"/>
                <a:sym typeface="Inter"/>
              </a:rPr>
              <a:t>TECHNOLOGIES USED</a:t>
            </a:r>
            <a:endParaRPr b="1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585788" y="2248371"/>
            <a:ext cx="5100052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/>
            <a:r>
              <a:rPr lang="en-US" sz="2800" dirty="0" smtClean="0">
                <a:solidFill>
                  <a:srgbClr val="1C334E"/>
                </a:solidFill>
              </a:rPr>
              <a:t>🔧 </a:t>
            </a:r>
            <a:r>
              <a:rPr lang="en-US" sz="2800" b="1" dirty="0" smtClean="0">
                <a:solidFill>
                  <a:srgbClr val="1C334E"/>
                </a:solidFill>
                <a:latin typeface="Aptos Display" panose="020B0004020202020204" pitchFamily="34" charset="0"/>
                <a:ea typeface="Inter"/>
                <a:cs typeface="Inter"/>
                <a:sym typeface="Inter"/>
              </a:rPr>
              <a:t>HARDWARE</a:t>
            </a:r>
            <a:r>
              <a:rPr lang="en-US" sz="2800" b="1" dirty="0">
                <a:solidFill>
                  <a:srgbClr val="1C334E"/>
                </a:solidFill>
                <a:latin typeface="Aptos Display" panose="020B0004020202020204" pitchFamily="34" charset="0"/>
                <a:ea typeface="Inter"/>
                <a:cs typeface="Inter"/>
                <a:sym typeface="Inter"/>
              </a:rPr>
              <a:t>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IMU / Accelerometer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Distance / ToF Sensor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ESP32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IoT Connectivity</a:t>
            </a:r>
            <a:r>
              <a:rPr lang="en-US" sz="2400" b="1" dirty="0">
                <a:solidFill>
                  <a:schemeClr val="dk1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	</a:t>
            </a:r>
            <a:r>
              <a:rPr lang="en-US" sz="2800" b="1" dirty="0">
                <a:solidFill>
                  <a:schemeClr val="dk1"/>
                </a:solidFill>
                <a:latin typeface="Aptos Display" panose="020B0004020202020204" pitchFamily="34" charset="0"/>
                <a:ea typeface="Inter"/>
                <a:cs typeface="Inter"/>
                <a:sym typeface="Inter"/>
              </a:rPr>
              <a:t>		</a:t>
            </a:r>
          </a:p>
        </p:txBody>
      </p:sp>
      <p:pic>
        <p:nvPicPr>
          <p:cNvPr id="129" name="Google Shape;12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19695" y="191025"/>
            <a:ext cx="2062807" cy="79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275" y="191025"/>
            <a:ext cx="2381123" cy="79875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1B51F2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>
            <a:spLocks noGrp="1"/>
          </p:cNvSpPr>
          <p:nvPr>
            <p:ph type="ftr" idx="11"/>
          </p:nvPr>
        </p:nvSpPr>
        <p:spPr>
          <a:xfrm>
            <a:off x="3885900" y="64237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r>
              <a:rPr lang="en-US" dirty="0">
                <a:solidFill>
                  <a:srgbClr val="FFFFFF"/>
                </a:solidFill>
              </a:rPr>
              <a:t>ELEVATE X  :  RAILGUARD AI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3" name="Google Shape;133;p16"/>
          <p:cNvSpPr txBox="1">
            <a:spLocks noGrp="1"/>
          </p:cNvSpPr>
          <p:nvPr>
            <p:ph type="sldNum" idx="12"/>
          </p:nvPr>
        </p:nvSpPr>
        <p:spPr>
          <a:xfrm>
            <a:off x="8824253" y="6430627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swald"/>
                <a:buNone/>
              </a:p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E8EF5D6-1A45-21DC-E6F8-906D5E871884}"/>
              </a:ext>
            </a:extLst>
          </p:cNvPr>
          <p:cNvSpPr txBox="1"/>
          <p:nvPr/>
        </p:nvSpPr>
        <p:spPr>
          <a:xfrm>
            <a:off x="4497413" y="2272614"/>
            <a:ext cx="432684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  💻 </a:t>
            </a:r>
            <a:r>
              <a:rPr lang="en-US" sz="2800" b="1" dirty="0">
                <a:latin typeface="Aptos Display" panose="020B0004020202020204" pitchFamily="34" charset="0"/>
              </a:rPr>
              <a:t>SOFTWARE</a:t>
            </a:r>
            <a:r>
              <a:rPr lang="en-US" sz="2800" b="1" dirty="0" smtClean="0">
                <a:latin typeface="Aptos Display" panose="020B0004020202020204" pitchFamily="34" charset="0"/>
              </a:rPr>
              <a:t>:</a:t>
            </a:r>
            <a:endParaRPr lang="en-US" sz="2800" b="1" dirty="0">
              <a:latin typeface="Aptos Display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ptos" panose="020B0004020202020204" pitchFamily="34" charset="0"/>
              </a:rPr>
              <a:t>Python</a:t>
            </a:r>
            <a:endParaRPr lang="en-US" sz="24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Machine </a:t>
            </a:r>
            <a:r>
              <a:rPr lang="en-US" sz="2400" dirty="0" smtClean="0">
                <a:latin typeface="Aptos" panose="020B0004020202020204" pitchFamily="34" charset="0"/>
              </a:rPr>
              <a:t>Learning</a:t>
            </a:r>
            <a:endParaRPr lang="en-US" sz="24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Monitoring Dashboard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>
              <a:latin typeface="Aptos Display" panose="020B0004020202020204" pitchFamily="34" charset="0"/>
            </a:endParaRPr>
          </a:p>
          <a:p>
            <a:endParaRPr lang="en-US" sz="2800" b="1" dirty="0"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BDA413D-AB7D-E317-00BA-50B44447F692}"/>
              </a:ext>
            </a:extLst>
          </p:cNvPr>
          <p:cNvSpPr txBox="1"/>
          <p:nvPr/>
        </p:nvSpPr>
        <p:spPr>
          <a:xfrm>
            <a:off x="8243512" y="2059394"/>
            <a:ext cx="368676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</a:t>
            </a:r>
            <a:r>
              <a:rPr lang="en-US" sz="2800" dirty="0" smtClean="0"/>
              <a:t> </a:t>
            </a:r>
            <a:r>
              <a:rPr lang="en-US" sz="2800" b="1" dirty="0" smtClean="0">
                <a:latin typeface="Aptos Display" panose="020B0004020202020204" pitchFamily="34" charset="0"/>
              </a:rPr>
              <a:t>AI</a:t>
            </a:r>
            <a:r>
              <a:rPr lang="en-US" sz="2800" b="1" dirty="0">
                <a:latin typeface="Aptos Display" panose="020B0004020202020204" pitchFamily="34" charset="0"/>
              </a:rPr>
              <a:t>: </a:t>
            </a:r>
          </a:p>
          <a:p>
            <a:r>
              <a:rPr lang="en-US" sz="2400" dirty="0">
                <a:latin typeface="Aptos" panose="020B0004020202020204" pitchFamily="34" charset="0"/>
              </a:rPr>
              <a:t> </a:t>
            </a:r>
            <a:r>
              <a:rPr lang="en-US" sz="2400" dirty="0" smtClean="0">
                <a:latin typeface="Aptos" panose="020B0004020202020204" pitchFamily="34" charset="0"/>
              </a:rPr>
              <a:t> </a:t>
            </a:r>
            <a:r>
              <a:rPr lang="en-IN" sz="2400" dirty="0"/>
              <a:t>Baseline Profiling</a:t>
            </a:r>
            <a:endParaRPr lang="en-US" sz="2400" dirty="0">
              <a:latin typeface="Aptos" panose="020B0004020202020204" pitchFamily="34" charset="0"/>
            </a:endParaRPr>
          </a:p>
          <a:p>
            <a:endParaRPr lang="en-US" sz="2400" dirty="0" smtClean="0">
              <a:latin typeface="Aptos" panose="020B0004020202020204" pitchFamily="34" charset="0"/>
            </a:endParaRPr>
          </a:p>
          <a:p>
            <a:r>
              <a:rPr lang="en-IN" sz="2400" dirty="0" smtClean="0"/>
              <a:t> ML-based </a:t>
            </a:r>
            <a:r>
              <a:rPr lang="en-IN" sz="2400" dirty="0"/>
              <a:t>Anomaly </a:t>
            </a:r>
            <a:r>
              <a:rPr lang="en-IN" sz="2400" dirty="0" smtClean="0"/>
              <a:t>      Detection</a:t>
            </a:r>
            <a:endParaRPr lang="en-US" sz="2400" dirty="0">
              <a:latin typeface="Aptos" panose="020B0004020202020204" pitchFamily="34" charset="0"/>
            </a:endParaRPr>
          </a:p>
          <a:p>
            <a:r>
              <a:rPr lang="en-US" sz="2400" dirty="0">
                <a:latin typeface="Aptos" panose="020B0004020202020204" pitchFamily="34" charset="0"/>
              </a:rPr>
              <a:t>       </a:t>
            </a:r>
          </a:p>
          <a:p>
            <a:r>
              <a:rPr lang="en-US" sz="2400" dirty="0">
                <a:latin typeface="Aptos" panose="020B0004020202020204" pitchFamily="34" charset="0"/>
              </a:rPr>
              <a:t>   </a:t>
            </a:r>
            <a:r>
              <a:rPr lang="en-US" sz="2400" dirty="0" smtClean="0">
                <a:latin typeface="Aptos" panose="020B0004020202020204" pitchFamily="34" charset="0"/>
              </a:rPr>
              <a:t>Early alert generation</a:t>
            </a:r>
            <a:endParaRPr lang="en-US" sz="2400" b="1" dirty="0">
              <a:latin typeface="Aptos" panose="020B00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FFBEB6E0-DC14-B2F7-7B74-D54D25C3E100}"/>
              </a:ext>
            </a:extLst>
          </p:cNvPr>
          <p:cNvCxnSpPr>
            <a:cxnSpLocks/>
          </p:cNvCxnSpPr>
          <p:nvPr/>
        </p:nvCxnSpPr>
        <p:spPr>
          <a:xfrm>
            <a:off x="9357360" y="2882043"/>
            <a:ext cx="0" cy="3973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FBB850C3-37EC-6BE6-465F-6D20B2E3F3DB}"/>
              </a:ext>
            </a:extLst>
          </p:cNvPr>
          <p:cNvCxnSpPr>
            <a:cxnSpLocks/>
          </p:cNvCxnSpPr>
          <p:nvPr/>
        </p:nvCxnSpPr>
        <p:spPr>
          <a:xfrm flipH="1">
            <a:off x="9539705" y="3962718"/>
            <a:ext cx="436" cy="347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3979" y="4798605"/>
            <a:ext cx="8603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Low-cost, retrofit-friendly — no rail rewiring needed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xmlns="" id="{DEFE9FDC-0D7D-EDA6-6A20-436C284C464E}"/>
              </a:ext>
            </a:extLst>
          </p:cNvPr>
          <p:cNvSpPr/>
          <p:nvPr/>
        </p:nvSpPr>
        <p:spPr>
          <a:xfrm>
            <a:off x="579120" y="1552514"/>
            <a:ext cx="2224773" cy="1647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9" name="Google Shape;139;p17"/>
          <p:cNvSpPr txBox="1">
            <a:spLocks noGrp="1"/>
          </p:cNvSpPr>
          <p:nvPr>
            <p:ph type="title"/>
          </p:nvPr>
        </p:nvSpPr>
        <p:spPr>
          <a:xfrm>
            <a:off x="2111171" y="141821"/>
            <a:ext cx="8253300" cy="9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Inter"/>
                <a:ea typeface="Inter"/>
                <a:cs typeface="Inter"/>
                <a:sym typeface="Inter"/>
              </a:rPr>
              <a:t>DIAGRAMS &amp; SCHEMATICS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1" name="Google Shape;14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19695" y="191025"/>
            <a:ext cx="2062807" cy="79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275" y="191025"/>
            <a:ext cx="2381123" cy="79875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1B51F2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>
            <a:spLocks noGrp="1"/>
          </p:cNvSpPr>
          <p:nvPr>
            <p:ph type="ftr" idx="11"/>
          </p:nvPr>
        </p:nvSpPr>
        <p:spPr>
          <a:xfrm>
            <a:off x="3885900" y="64237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r>
              <a:rPr lang="en-US" dirty="0">
                <a:solidFill>
                  <a:srgbClr val="FFFFFF"/>
                </a:solidFill>
              </a:rPr>
              <a:t>ELEVATE X  :  RAILGUARD </a:t>
            </a:r>
            <a:r>
              <a:rPr lang="en-US" dirty="0" smtClean="0">
                <a:solidFill>
                  <a:srgbClr val="FFFFFF"/>
                </a:solidFill>
              </a:rPr>
              <a:t>AI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45" name="Google Shape;145;p17"/>
          <p:cNvSpPr txBox="1">
            <a:spLocks noGrp="1"/>
          </p:cNvSpPr>
          <p:nvPr>
            <p:ph type="sldNum" idx="12"/>
          </p:nvPr>
        </p:nvSpPr>
        <p:spPr>
          <a:xfrm>
            <a:off x="8824253" y="6430627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swald"/>
                <a:buNone/>
              </a:p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B0BF8C92-357C-285A-F8A2-C4D04ACCD633}"/>
              </a:ext>
            </a:extLst>
          </p:cNvPr>
          <p:cNvSpPr/>
          <p:nvPr/>
        </p:nvSpPr>
        <p:spPr>
          <a:xfrm>
            <a:off x="657503" y="3601860"/>
            <a:ext cx="2423608" cy="17120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xmlns="" id="{EECD4A54-24BC-34C5-9EDB-4D6E0FE68B37}"/>
              </a:ext>
            </a:extLst>
          </p:cNvPr>
          <p:cNvSpPr/>
          <p:nvPr/>
        </p:nvSpPr>
        <p:spPr>
          <a:xfrm>
            <a:off x="3335357" y="1524000"/>
            <a:ext cx="222477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DC861798-37DD-C0C4-9278-F5AF2E48CE8B}"/>
              </a:ext>
            </a:extLst>
          </p:cNvPr>
          <p:cNvSpPr/>
          <p:nvPr/>
        </p:nvSpPr>
        <p:spPr>
          <a:xfrm>
            <a:off x="4168909" y="3644779"/>
            <a:ext cx="2423608" cy="17120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xmlns="" id="{431A3D9B-79C7-D9FC-5F82-30247D1F8FA4}"/>
              </a:ext>
            </a:extLst>
          </p:cNvPr>
          <p:cNvSpPr/>
          <p:nvPr/>
        </p:nvSpPr>
        <p:spPr>
          <a:xfrm>
            <a:off x="6013628" y="1600200"/>
            <a:ext cx="2403824" cy="1600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xmlns="" id="{1BD85F58-973A-B124-8386-1781AB925D59}"/>
              </a:ext>
            </a:extLst>
          </p:cNvPr>
          <p:cNvSpPr/>
          <p:nvPr/>
        </p:nvSpPr>
        <p:spPr>
          <a:xfrm>
            <a:off x="7067357" y="3663847"/>
            <a:ext cx="2423608" cy="17120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xmlns="" id="{4C988202-2CEF-89A8-7E52-E2DE663958B4}"/>
              </a:ext>
            </a:extLst>
          </p:cNvPr>
          <p:cNvSpPr/>
          <p:nvPr/>
        </p:nvSpPr>
        <p:spPr>
          <a:xfrm>
            <a:off x="9170431" y="1600200"/>
            <a:ext cx="2299239" cy="1600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BA8A6345-2573-2057-6160-4E18A15A4ABD}"/>
              </a:ext>
            </a:extLst>
          </p:cNvPr>
          <p:cNvSpPr txBox="1"/>
          <p:nvPr/>
        </p:nvSpPr>
        <p:spPr>
          <a:xfrm>
            <a:off x="735655" y="1905000"/>
            <a:ext cx="24246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ptos Display" panose="020B0004020202020204" pitchFamily="34" charset="0"/>
              </a:rPr>
              <a:t>ELEVATOR MOVEMENT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6CAFAE0-DCC8-99CD-4199-A020698A3633}"/>
              </a:ext>
            </a:extLst>
          </p:cNvPr>
          <p:cNvSpPr txBox="1"/>
          <p:nvPr/>
        </p:nvSpPr>
        <p:spPr>
          <a:xfrm>
            <a:off x="3692175" y="2089665"/>
            <a:ext cx="2424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ptos Display" panose="020B0004020202020204" pitchFamily="34" charset="0"/>
              </a:rPr>
              <a:t>SENSORS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C8992025-94A2-A71A-C573-030D106E87C7}"/>
              </a:ext>
            </a:extLst>
          </p:cNvPr>
          <p:cNvSpPr txBox="1"/>
          <p:nvPr/>
        </p:nvSpPr>
        <p:spPr>
          <a:xfrm>
            <a:off x="6619911" y="2145311"/>
            <a:ext cx="24038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ptos Display" panose="020B0004020202020204" pitchFamily="34" charset="0"/>
              </a:rPr>
              <a:t>ESP32 </a:t>
            </a:r>
          </a:p>
          <a:p>
            <a:r>
              <a:rPr lang="en-US" sz="2000" dirty="0" smtClean="0">
                <a:latin typeface="Aptos Display" panose="020B0004020202020204" pitchFamily="34" charset="0"/>
              </a:rPr>
              <a:t>[on device]</a:t>
            </a:r>
            <a:endParaRPr lang="en-US" sz="2000" dirty="0">
              <a:latin typeface="Aptos Display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47D45653-652C-02EF-525C-B3C160B34506}"/>
              </a:ext>
            </a:extLst>
          </p:cNvPr>
          <p:cNvSpPr txBox="1"/>
          <p:nvPr/>
        </p:nvSpPr>
        <p:spPr>
          <a:xfrm>
            <a:off x="9317127" y="1960644"/>
            <a:ext cx="25540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ptos Display" panose="020B0004020202020204" pitchFamily="34" charset="0"/>
              </a:rPr>
              <a:t>DATA </a:t>
            </a:r>
            <a:r>
              <a:rPr lang="en-US" sz="2400" b="1" dirty="0" smtClean="0">
                <a:latin typeface="Aptos Display" panose="020B0004020202020204" pitchFamily="34" charset="0"/>
              </a:rPr>
              <a:t>PROCESSING</a:t>
            </a:r>
          </a:p>
          <a:p>
            <a:r>
              <a:rPr lang="en-US" sz="2400" dirty="0">
                <a:latin typeface="Aptos Display" panose="020B0004020202020204" pitchFamily="34" charset="0"/>
              </a:rPr>
              <a:t>[on device]</a:t>
            </a:r>
          </a:p>
          <a:p>
            <a:endParaRPr lang="en-US" sz="2400" dirty="0">
              <a:latin typeface="Aptos Display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001C7767-652F-5D13-1B41-99A762BA4457}"/>
              </a:ext>
            </a:extLst>
          </p:cNvPr>
          <p:cNvSpPr txBox="1"/>
          <p:nvPr/>
        </p:nvSpPr>
        <p:spPr>
          <a:xfrm>
            <a:off x="7368736" y="3806962"/>
            <a:ext cx="2042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ptos Display" panose="020B0004020202020204" pitchFamily="34" charset="0"/>
              </a:rPr>
              <a:t>AI / ANOMALY DETECTION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1940C161-1A48-1D0F-A48B-6AD1F3D07E06}"/>
              </a:ext>
            </a:extLst>
          </p:cNvPr>
          <p:cNvSpPr txBox="1"/>
          <p:nvPr/>
        </p:nvSpPr>
        <p:spPr>
          <a:xfrm>
            <a:off x="4447743" y="3875335"/>
            <a:ext cx="2716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ptos Display" panose="020B0004020202020204" pitchFamily="34" charset="0"/>
              </a:rPr>
              <a:t>ALERT </a:t>
            </a:r>
            <a:r>
              <a:rPr lang="en-US" sz="2400" b="1" dirty="0" smtClean="0">
                <a:latin typeface="Aptos Display" panose="020B0004020202020204" pitchFamily="34" charset="0"/>
              </a:rPr>
              <a:t>DASHBOARD</a:t>
            </a:r>
          </a:p>
          <a:p>
            <a:r>
              <a:rPr lang="en-IN" sz="2400" dirty="0" smtClean="0">
                <a:latin typeface="Aptos"/>
              </a:rPr>
              <a:t>[Cloud/App]</a:t>
            </a:r>
            <a:endParaRPr lang="en-US" sz="2400" dirty="0">
              <a:latin typeface="Apto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D5FE990-C31C-4BBB-9038-E64DF127F86B}"/>
              </a:ext>
            </a:extLst>
          </p:cNvPr>
          <p:cNvSpPr txBox="1"/>
          <p:nvPr/>
        </p:nvSpPr>
        <p:spPr>
          <a:xfrm>
            <a:off x="672575" y="4042371"/>
            <a:ext cx="2415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ptos Display" panose="020B0004020202020204" pitchFamily="34" charset="0"/>
              </a:rPr>
              <a:t>MAINTENANCE ACTION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xmlns="" id="{75EF3B92-A59C-8824-8A59-EE798A4E4490}"/>
              </a:ext>
            </a:extLst>
          </p:cNvPr>
          <p:cNvSpPr/>
          <p:nvPr/>
        </p:nvSpPr>
        <p:spPr>
          <a:xfrm>
            <a:off x="2832281" y="2301240"/>
            <a:ext cx="474688" cy="2500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xmlns="" id="{484AE4A4-85F1-96DB-B4BA-047D1AB1844D}"/>
              </a:ext>
            </a:extLst>
          </p:cNvPr>
          <p:cNvSpPr/>
          <p:nvPr/>
        </p:nvSpPr>
        <p:spPr>
          <a:xfrm rot="10800000">
            <a:off x="6615212" y="4360073"/>
            <a:ext cx="474688" cy="2500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xmlns="" id="{1D140AB2-8E12-0200-D47B-DB2C67024398}"/>
              </a:ext>
            </a:extLst>
          </p:cNvPr>
          <p:cNvSpPr/>
          <p:nvPr/>
        </p:nvSpPr>
        <p:spPr>
          <a:xfrm rot="7435026">
            <a:off x="9766586" y="3595933"/>
            <a:ext cx="474688" cy="2500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xmlns="" id="{A5BEC2BB-FEF5-F3B6-3DE1-903BE097C10E}"/>
              </a:ext>
            </a:extLst>
          </p:cNvPr>
          <p:cNvSpPr/>
          <p:nvPr/>
        </p:nvSpPr>
        <p:spPr>
          <a:xfrm>
            <a:off x="8595249" y="2362200"/>
            <a:ext cx="474688" cy="2500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xmlns="" id="{0D678A52-107C-5940-0854-2A91F1F6CF06}"/>
              </a:ext>
            </a:extLst>
          </p:cNvPr>
          <p:cNvSpPr/>
          <p:nvPr/>
        </p:nvSpPr>
        <p:spPr>
          <a:xfrm>
            <a:off x="5588518" y="2270760"/>
            <a:ext cx="474688" cy="2500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xmlns="" id="{DC940203-45FE-B098-F9F2-29089DA68A50}"/>
              </a:ext>
            </a:extLst>
          </p:cNvPr>
          <p:cNvSpPr/>
          <p:nvPr/>
        </p:nvSpPr>
        <p:spPr>
          <a:xfrm rot="10800000">
            <a:off x="3294551" y="4296512"/>
            <a:ext cx="591349" cy="3227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79909" y="5311126"/>
            <a:ext cx="102172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/>
              <a:t>Sensor </a:t>
            </a:r>
            <a:r>
              <a:rPr lang="en-US" sz="2000" b="1" dirty="0" smtClean="0"/>
              <a:t>pod mounts</a:t>
            </a:r>
            <a:r>
              <a:rPr lang="en-US" sz="3600" b="1" dirty="0" smtClean="0"/>
              <a:t> </a:t>
            </a:r>
            <a:r>
              <a:rPr lang="en-US" sz="2000" b="1" dirty="0"/>
              <a:t>directly on the existing guide shoe — retrofit-ready, no structural changes to the elevator</a:t>
            </a:r>
            <a:r>
              <a:rPr lang="en-US" dirty="0"/>
              <a:t>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oogle Shape;14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75" y="191025"/>
            <a:ext cx="2381123" cy="79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4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19695" y="191025"/>
            <a:ext cx="2062807" cy="7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43;p17"/>
          <p:cNvSpPr/>
          <p:nvPr/>
        </p:nvSpPr>
        <p:spPr>
          <a:xfrm>
            <a:off x="0" y="6354900"/>
            <a:ext cx="12192000" cy="503100"/>
          </a:xfrm>
          <a:prstGeom prst="rect">
            <a:avLst/>
          </a:prstGeom>
          <a:solidFill>
            <a:srgbClr val="1B51F2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28139" y="6344840"/>
            <a:ext cx="5277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FFFF"/>
                </a:solidFill>
                <a:latin typeface="Oswald" panose="020B0604020202020204" charset="0"/>
              </a:rPr>
              <a:t>                       ELEVATE </a:t>
            </a:r>
            <a:r>
              <a:rPr lang="en-US" dirty="0">
                <a:solidFill>
                  <a:srgbClr val="FFFFFF"/>
                </a:solidFill>
                <a:latin typeface="Oswald" panose="020B0604020202020204" charset="0"/>
              </a:rPr>
              <a:t>X  :  RAILGUARD AI</a:t>
            </a:r>
          </a:p>
          <a:p>
            <a:r>
              <a:rPr lang="en-US" dirty="0" smtClean="0"/>
              <a:t> 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14935"/>
          <a:stretch/>
        </p:blipFill>
        <p:spPr>
          <a:xfrm>
            <a:off x="1285541" y="1090347"/>
            <a:ext cx="9265557" cy="525449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02857" y="180965"/>
            <a:ext cx="6255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Inter" panose="020B0604020202020204" charset="0"/>
                <a:ea typeface="Inter" panose="020B0604020202020204" charset="0"/>
              </a:rPr>
              <a:t>SYSTEM ARCHITECTURE</a:t>
            </a:r>
            <a:endParaRPr lang="en-IN" sz="3200" b="1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88093" y="677238"/>
            <a:ext cx="6524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smtClean="0">
                <a:solidFill>
                  <a:schemeClr val="tx1"/>
                </a:solidFill>
              </a:rPr>
              <a:t>Elevator Guide Rail Alignment Monitoring System</a:t>
            </a:r>
            <a:endParaRPr lang="en-IN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43085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xmlns="" id="{CC40067D-9D44-2C11-BD02-15D26BE897A7}"/>
              </a:ext>
            </a:extLst>
          </p:cNvPr>
          <p:cNvSpPr/>
          <p:nvPr/>
        </p:nvSpPr>
        <p:spPr>
          <a:xfrm>
            <a:off x="3278898" y="1617218"/>
            <a:ext cx="2830808" cy="26017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Google Shape;151;p18"/>
          <p:cNvSpPr txBox="1">
            <a:spLocks noGrp="1"/>
          </p:cNvSpPr>
          <p:nvPr>
            <p:ph type="title"/>
          </p:nvPr>
        </p:nvSpPr>
        <p:spPr>
          <a:xfrm>
            <a:off x="3260700" y="18900"/>
            <a:ext cx="5670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Inter"/>
                <a:ea typeface="Inter"/>
                <a:cs typeface="Inter"/>
                <a:sym typeface="Inter"/>
              </a:rPr>
              <a:t>IMPACT AND BENEFITS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3" name="Google Shape;15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19695" y="191025"/>
            <a:ext cx="2062807" cy="79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275" y="191025"/>
            <a:ext cx="2381123" cy="79875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1B51F2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>
            <a:spLocks noGrp="1"/>
          </p:cNvSpPr>
          <p:nvPr>
            <p:ph type="ftr" idx="11"/>
          </p:nvPr>
        </p:nvSpPr>
        <p:spPr>
          <a:xfrm>
            <a:off x="3885900" y="64237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r>
              <a:rPr lang="en-US" dirty="0">
                <a:solidFill>
                  <a:srgbClr val="FFFFFF"/>
                </a:solidFill>
              </a:rPr>
              <a:t>ELEVATE X  :  RAILGUARD AI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" name="Google Shape;157;p18"/>
          <p:cNvSpPr txBox="1">
            <a:spLocks noGrp="1"/>
          </p:cNvSpPr>
          <p:nvPr>
            <p:ph type="sldNum" idx="12"/>
          </p:nvPr>
        </p:nvSpPr>
        <p:spPr>
          <a:xfrm>
            <a:off x="8824253" y="6430627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swald"/>
                <a:buNone/>
              </a:pPr>
              <a:t>7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xmlns="" id="{0820B666-9BB1-E91F-EFB4-C04A95A18264}"/>
              </a:ext>
            </a:extLst>
          </p:cNvPr>
          <p:cNvSpPr/>
          <p:nvPr/>
        </p:nvSpPr>
        <p:spPr>
          <a:xfrm>
            <a:off x="201010" y="1617218"/>
            <a:ext cx="2830808" cy="26017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CC557A0-DF01-D360-701E-B54E49279F71}"/>
              </a:ext>
            </a:extLst>
          </p:cNvPr>
          <p:cNvSpPr txBox="1"/>
          <p:nvPr/>
        </p:nvSpPr>
        <p:spPr>
          <a:xfrm>
            <a:off x="331274" y="2046700"/>
            <a:ext cx="2597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Aptos Display" panose="020B0004020202020204" pitchFamily="34" charset="0"/>
              </a:rPr>
              <a:t>  🛡</a:t>
            </a:r>
            <a:r>
              <a:rPr lang="en-US" sz="2400" b="1" dirty="0" smtClean="0">
                <a:latin typeface="Aptos Display" panose="020B0004020202020204" pitchFamily="34" charset="0"/>
              </a:rPr>
              <a:t>SAFETY</a:t>
            </a:r>
            <a:endParaRPr lang="en-US" sz="2400" b="1" dirty="0">
              <a:latin typeface="Aptos Display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5EDDC9AF-853E-D6FE-2485-F7309AE94333}"/>
              </a:ext>
            </a:extLst>
          </p:cNvPr>
          <p:cNvSpPr txBox="1"/>
          <p:nvPr/>
        </p:nvSpPr>
        <p:spPr>
          <a:xfrm>
            <a:off x="542925" y="2814638"/>
            <a:ext cx="2169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Early fault detection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88F95A54-FD4E-DBA2-209D-F28E9AC92927}"/>
              </a:ext>
            </a:extLst>
          </p:cNvPr>
          <p:cNvSpPr txBox="1"/>
          <p:nvPr/>
        </p:nvSpPr>
        <p:spPr>
          <a:xfrm>
            <a:off x="3278898" y="2071688"/>
            <a:ext cx="294369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⚙MAINTENANCE</a:t>
            </a:r>
            <a:endParaRPr lang="en-US" sz="2400" b="1" dirty="0"/>
          </a:p>
          <a:p>
            <a:endParaRPr lang="en-US" sz="2800" dirty="0">
              <a:latin typeface="Aptos Display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FC0245EA-70BA-3470-0BAE-7F6F38731865}"/>
              </a:ext>
            </a:extLst>
          </p:cNvPr>
          <p:cNvSpPr/>
          <p:nvPr/>
        </p:nvSpPr>
        <p:spPr>
          <a:xfrm>
            <a:off x="6329374" y="1617219"/>
            <a:ext cx="2830808" cy="26017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xmlns="" id="{0EA54FCB-B6D6-C289-BEF5-4728FF46382A}"/>
              </a:ext>
            </a:extLst>
          </p:cNvPr>
          <p:cNvSpPr/>
          <p:nvPr/>
        </p:nvSpPr>
        <p:spPr>
          <a:xfrm>
            <a:off x="9299158" y="1617219"/>
            <a:ext cx="2830808" cy="26017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0CA9FCFF-A033-69E1-E14C-03FEB27CF8A5}"/>
              </a:ext>
            </a:extLst>
          </p:cNvPr>
          <p:cNvSpPr txBox="1"/>
          <p:nvPr/>
        </p:nvSpPr>
        <p:spPr>
          <a:xfrm>
            <a:off x="3495068" y="2729077"/>
            <a:ext cx="3535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Condition-based servicing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B97DBA9-5F9A-A776-5F12-3C433D808AB6}"/>
              </a:ext>
            </a:extLst>
          </p:cNvPr>
          <p:cNvSpPr txBox="1"/>
          <p:nvPr/>
        </p:nvSpPr>
        <p:spPr>
          <a:xfrm>
            <a:off x="6457950" y="1985963"/>
            <a:ext cx="2702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ptos Display" panose="020B0004020202020204" pitchFamily="34" charset="0"/>
              </a:rPr>
              <a:t>    💰 </a:t>
            </a:r>
            <a:r>
              <a:rPr lang="en-US" sz="2400" b="1" dirty="0">
                <a:latin typeface="Aptos Display" panose="020B0004020202020204" pitchFamily="34" charset="0"/>
              </a:rPr>
              <a:t>COST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1C7EB69A-D17E-982E-228E-548DADB88ACF}"/>
              </a:ext>
            </a:extLst>
          </p:cNvPr>
          <p:cNvSpPr txBox="1"/>
          <p:nvPr/>
        </p:nvSpPr>
        <p:spPr>
          <a:xfrm>
            <a:off x="6309156" y="2568758"/>
            <a:ext cx="42585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ptos" panose="020B0004020202020204" pitchFamily="34" charset="0"/>
              </a:rPr>
              <a:t>Reduced unplanned  </a:t>
            </a:r>
            <a:r>
              <a:rPr lang="en-US" sz="2400" dirty="0">
                <a:latin typeface="Aptos" panose="020B0004020202020204" pitchFamily="34" charset="0"/>
              </a:rPr>
              <a:t>downtime </a:t>
            </a:r>
            <a:r>
              <a:rPr lang="en-US" sz="2400" dirty="0" smtClean="0">
                <a:latin typeface="Aptos" panose="020B0004020202020204" pitchFamily="34" charset="0"/>
              </a:rPr>
              <a:t>&amp; </a:t>
            </a:r>
          </a:p>
          <a:p>
            <a:r>
              <a:rPr lang="en-US" sz="2400" dirty="0" smtClean="0">
                <a:latin typeface="Aptos" panose="020B0004020202020204" pitchFamily="34" charset="0"/>
              </a:rPr>
              <a:t>major </a:t>
            </a:r>
            <a:r>
              <a:rPr lang="en-US" sz="2400" dirty="0">
                <a:latin typeface="Aptos" panose="020B0004020202020204" pitchFamily="34" charset="0"/>
              </a:rPr>
              <a:t>repairs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8A371943-26A0-1E70-B0C0-40E4AE1685BD}"/>
              </a:ext>
            </a:extLst>
          </p:cNvPr>
          <p:cNvSpPr txBox="1"/>
          <p:nvPr/>
        </p:nvSpPr>
        <p:spPr>
          <a:xfrm>
            <a:off x="9379850" y="1885954"/>
            <a:ext cx="2521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+mj-lt"/>
              </a:rPr>
              <a:t>   SCALABILITY</a:t>
            </a:r>
            <a:endParaRPr lang="en-US" sz="2400" b="1" dirty="0"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ED801389-C1CE-C2BE-8E7A-8394424295DE}"/>
              </a:ext>
            </a:extLst>
          </p:cNvPr>
          <p:cNvSpPr txBox="1"/>
          <p:nvPr/>
        </p:nvSpPr>
        <p:spPr>
          <a:xfrm>
            <a:off x="9519695" y="2457450"/>
            <a:ext cx="26723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Fleet-wide</a:t>
            </a:r>
          </a:p>
          <a:p>
            <a:r>
              <a:rPr lang="en-US" sz="2400" dirty="0">
                <a:latin typeface="Aptos" panose="020B0004020202020204" pitchFamily="34" charset="0"/>
              </a:rPr>
              <a:t> </a:t>
            </a:r>
            <a:r>
              <a:rPr lang="en-US" sz="2400" dirty="0" smtClean="0">
                <a:latin typeface="Aptos" panose="020B0004020202020204" pitchFamily="34" charset="0"/>
              </a:rPr>
              <a:t>monitoring</a:t>
            </a:r>
          </a:p>
          <a:p>
            <a:r>
              <a:rPr lang="en-US" sz="2400" dirty="0">
                <a:latin typeface="Aptos" panose="020B0004020202020204" pitchFamily="34" charset="0"/>
              </a:rPr>
              <a:t>-</a:t>
            </a:r>
            <a:r>
              <a:rPr lang="en-IN" sz="2400" dirty="0" smtClean="0"/>
              <a:t>no </a:t>
            </a:r>
            <a:r>
              <a:rPr lang="en-IN" sz="2400" dirty="0"/>
              <a:t>rail rewiring required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24" name="Rectangle: Diagonal Corners Rounded 23">
            <a:extLst>
              <a:ext uri="{FF2B5EF4-FFF2-40B4-BE49-F238E27FC236}">
                <a16:creationId xmlns:a16="http://schemas.microsoft.com/office/drawing/2014/main" xmlns="" id="{DF3BEE17-2BA0-12E7-BC11-A6397DDE5154}"/>
              </a:ext>
            </a:extLst>
          </p:cNvPr>
          <p:cNvSpPr/>
          <p:nvPr/>
        </p:nvSpPr>
        <p:spPr>
          <a:xfrm>
            <a:off x="1616414" y="5013960"/>
            <a:ext cx="8762026" cy="681930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63E174BB-8E90-F7B3-E94E-79F3ABFB576B}"/>
              </a:ext>
            </a:extLst>
          </p:cNvPr>
          <p:cNvSpPr txBox="1"/>
          <p:nvPr/>
        </p:nvSpPr>
        <p:spPr>
          <a:xfrm>
            <a:off x="2299399" y="5108264"/>
            <a:ext cx="840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From reactive maintenance → predictive maintenance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>
            <a:spLocks noGrp="1"/>
          </p:cNvSpPr>
          <p:nvPr>
            <p:ph type="title"/>
          </p:nvPr>
        </p:nvSpPr>
        <p:spPr>
          <a:xfrm>
            <a:off x="3516550" y="141317"/>
            <a:ext cx="4654500" cy="9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Inter"/>
                <a:ea typeface="Inter"/>
                <a:cs typeface="Inter"/>
                <a:sym typeface="Inter"/>
              </a:rPr>
              <a:t>FUTURE SCOPE</a:t>
            </a:r>
            <a:endParaRPr b="1" dirty="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5" name="Google Shape;16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19695" y="191025"/>
            <a:ext cx="2062807" cy="79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275" y="191025"/>
            <a:ext cx="2381123" cy="79875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1B51F2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>
            <a:spLocks noGrp="1"/>
          </p:cNvSpPr>
          <p:nvPr>
            <p:ph type="ftr" idx="11"/>
          </p:nvPr>
        </p:nvSpPr>
        <p:spPr>
          <a:xfrm>
            <a:off x="3885900" y="64237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r>
              <a:rPr lang="en-US" dirty="0">
                <a:solidFill>
                  <a:srgbClr val="FFFFFF"/>
                </a:solidFill>
              </a:rPr>
              <a:t>ELEVATE X  :  RAILGUARD AI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9" name="Google Shape;169;p19"/>
          <p:cNvSpPr txBox="1">
            <a:spLocks noGrp="1"/>
          </p:cNvSpPr>
          <p:nvPr>
            <p:ph type="sldNum" idx="12"/>
          </p:nvPr>
        </p:nvSpPr>
        <p:spPr>
          <a:xfrm>
            <a:off x="8824253" y="6430627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swald"/>
                <a:buNone/>
              </a:pPr>
              <a:t>8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xmlns="" id="{E5722131-1D7A-5875-F57A-8A7767AFBEC4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55376917"/>
              </p:ext>
            </p:extLst>
          </p:nvPr>
        </p:nvGraphicFramePr>
        <p:xfrm>
          <a:off x="870857" y="1872081"/>
          <a:ext cx="9680241" cy="2472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C521737-0B85-B5CE-CA4D-6C5BFCE8DE84}"/>
              </a:ext>
            </a:extLst>
          </p:cNvPr>
          <p:cNvSpPr txBox="1"/>
          <p:nvPr/>
        </p:nvSpPr>
        <p:spPr>
          <a:xfrm>
            <a:off x="1480457" y="1466553"/>
            <a:ext cx="8821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From anomaly detection to predictive elevator intelligence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155FB54-578E-D9CE-5C3D-1E1DA45B4791}"/>
              </a:ext>
            </a:extLst>
          </p:cNvPr>
          <p:cNvSpPr txBox="1"/>
          <p:nvPr/>
        </p:nvSpPr>
        <p:spPr>
          <a:xfrm>
            <a:off x="769257" y="4406646"/>
            <a:ext cx="97818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"</a:t>
            </a:r>
            <a:r>
              <a:rPr lang="en-US" sz="2000" b="1" dirty="0" err="1"/>
              <a:t>RailGuard</a:t>
            </a:r>
            <a:r>
              <a:rPr lang="en-US" sz="2000" b="1" dirty="0"/>
              <a:t> AI starts by detecting abnormal rail </a:t>
            </a:r>
            <a:r>
              <a:rPr lang="en-US" sz="2000" b="1" dirty="0" smtClean="0"/>
              <a:t>in </a:t>
            </a:r>
            <a:r>
              <a:rPr lang="en-US" sz="2000" b="1" dirty="0"/>
              <a:t>a single elevator pilot. The next step is learning from </a:t>
            </a:r>
            <a:r>
              <a:rPr lang="en-US" sz="2000" b="1"/>
              <a:t>historical </a:t>
            </a:r>
            <a:r>
              <a:rPr lang="en-US" sz="2000" b="1" smtClean="0"/>
              <a:t>pattern conditions </a:t>
            </a:r>
            <a:r>
              <a:rPr lang="en-US" sz="2000" b="1" dirty="0"/>
              <a:t>to predict failures, scaling that intelligence fleet-wide, and eventually connecting it to digital maintenance and condition models."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7FDD79-890B-5428-BB24-2ABDB0C79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881383"/>
            <a:ext cx="9296400" cy="5001257"/>
          </a:xfrm>
        </p:spPr>
        <p:txBody>
          <a:bodyPr/>
          <a:lstStyle/>
          <a:p>
            <a:r>
              <a:rPr lang="en-US" dirty="0"/>
              <a:t>THANK YOU 😊 </a:t>
            </a:r>
            <a:r>
              <a:rPr lang="en-US" dirty="0" smtClean="0"/>
              <a:t> FROM </a:t>
            </a:r>
            <a:r>
              <a:rPr lang="en-US" dirty="0"/>
              <a:t>OUR TEAM</a:t>
            </a:r>
            <a:br>
              <a:rPr lang="en-US" dirty="0"/>
            </a:br>
            <a:r>
              <a:rPr lang="en-US" dirty="0"/>
              <a:t> “ELEVATE X”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A802407-053D-8512-9D5D-88EFC593D6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B93DDD-E4BB-A2A5-2D2E-9E2CDFE5524E}"/>
              </a:ext>
            </a:extLst>
          </p:cNvPr>
          <p:cNvSpPr/>
          <p:nvPr/>
        </p:nvSpPr>
        <p:spPr>
          <a:xfrm>
            <a:off x="929640" y="579120"/>
            <a:ext cx="563880" cy="5303520"/>
          </a:xfrm>
          <a:prstGeom prst="rect">
            <a:avLst/>
          </a:prstGeom>
          <a:solidFill>
            <a:srgbClr val="1B51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32162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433</Words>
  <Application>Microsoft Office PowerPoint</Application>
  <PresentationFormat>Custom</PresentationFormat>
  <Paragraphs>119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Inter</vt:lpstr>
      <vt:lpstr>Oswald</vt:lpstr>
      <vt:lpstr>Aptos Display</vt:lpstr>
      <vt:lpstr>Aptos</vt:lpstr>
      <vt:lpstr>Wingdings</vt:lpstr>
      <vt:lpstr>Office Theme</vt:lpstr>
      <vt:lpstr>Kone Elevate</vt:lpstr>
      <vt:lpstr>   ElevateX</vt:lpstr>
      <vt:lpstr>PROPOSED SOLUTION</vt:lpstr>
      <vt:lpstr>TECHNOLOGIES USED</vt:lpstr>
      <vt:lpstr>DIAGRAMS &amp; SCHEMATICS</vt:lpstr>
      <vt:lpstr>Slide 6</vt:lpstr>
      <vt:lpstr>IMPACT AND BENEFITS</vt:lpstr>
      <vt:lpstr>FUTURE SCOPE</vt:lpstr>
      <vt:lpstr>THANK YOU 😊  FROM OUR TEAM  “ELEVATE X”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Kone Elevate</dc:title>
  <dc:creator>Welcome</dc:creator>
  <cp:lastModifiedBy>HP</cp:lastModifiedBy>
  <cp:revision>13</cp:revision>
  <dcterms:modified xsi:type="dcterms:W3CDTF">2026-09-04T14:16:47Z</dcterms:modified>
</cp:coreProperties>
</file>